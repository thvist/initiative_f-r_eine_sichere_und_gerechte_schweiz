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919" r:id="rId5"/>
    <p:sldId id="896" r:id="rId6"/>
    <p:sldId id="920" r:id="rId7"/>
    <p:sldId id="921" r:id="rId8"/>
    <p:sldId id="923" r:id="rId9"/>
    <p:sldId id="926" r:id="rId10"/>
    <p:sldId id="924" r:id="rId11"/>
    <p:sldId id="925" r:id="rId1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dmin" id="{1D9A33E4-E2EB-014D-BF27-0848FE30812B}">
          <p14:sldIdLst>
            <p14:sldId id="919"/>
            <p14:sldId id="896"/>
          </p14:sldIdLst>
        </p14:section>
        <p14:section name="Golden Circle - What &amp; How" id="{AF3A63AD-11AE-A742-86BE-17BA09E6AF35}">
          <p14:sldIdLst>
            <p14:sldId id="920"/>
            <p14:sldId id="921"/>
            <p14:sldId id="923"/>
            <p14:sldId id="926"/>
            <p14:sldId id="924"/>
            <p14:sldId id="9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50C656-A13B-B5A2-5234-58E336A46D2B}" name="Jakobs, Miramar" initials="JM" userId="S::miramar.jakobs@student.unisg.ch::5d4f1ed2-38e7-4240-9c6e-93762dcc0c6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B93"/>
    <a:srgbClr val="FE0905"/>
    <a:srgbClr val="BD0B10"/>
    <a:srgbClr val="196B24"/>
    <a:srgbClr val="FCE7E3"/>
    <a:srgbClr val="FFF2D0"/>
    <a:srgbClr val="FDFDEA"/>
    <a:srgbClr val="D9D9D9"/>
    <a:srgbClr val="0D2641"/>
    <a:srgbClr val="F81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6BCF4-AD7B-AE4C-A941-0546F5575886}" v="1" dt="2026-05-06T08:24:26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43"/>
  </p:normalViewPr>
  <p:slideViewPr>
    <p:cSldViewPr snapToGrid="0">
      <p:cViewPr varScale="1">
        <p:scale>
          <a:sx n="102" d="100"/>
          <a:sy n="102" d="100"/>
        </p:scale>
        <p:origin x="20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egi, PascalAndreas" userId="f95e1514-32e1-4fdf-86aa-8e70d96eb305" providerId="ADAL" clId="{2FC7522D-8F10-5ADD-8CD3-E6FA6E1684B6}"/>
    <pc:docChg chg="undo custSel addSld delSld modSld sldOrd addSection modSection">
      <pc:chgData name="Kaegi, PascalAndreas" userId="f95e1514-32e1-4fdf-86aa-8e70d96eb305" providerId="ADAL" clId="{2FC7522D-8F10-5ADD-8CD3-E6FA6E1684B6}" dt="2026-05-06T08:24:26.316" v="7156" actId="166"/>
      <pc:docMkLst>
        <pc:docMk/>
      </pc:docMkLst>
      <pc:sldChg chg="modSp mod">
        <pc:chgData name="Kaegi, PascalAndreas" userId="f95e1514-32e1-4fdf-86aa-8e70d96eb305" providerId="ADAL" clId="{2FC7522D-8F10-5ADD-8CD3-E6FA6E1684B6}" dt="2026-05-06T08:24:26.316" v="7156" actId="166"/>
        <pc:sldMkLst>
          <pc:docMk/>
          <pc:sldMk cId="652836167" sldId="896"/>
        </pc:sldMkLst>
        <pc:picChg chg="mod">
          <ac:chgData name="Kaegi, PascalAndreas" userId="f95e1514-32e1-4fdf-86aa-8e70d96eb305" providerId="ADAL" clId="{2FC7522D-8F10-5ADD-8CD3-E6FA6E1684B6}" dt="2026-05-06T08:24:26.316" v="7156" actId="166"/>
          <ac:picMkLst>
            <pc:docMk/>
            <pc:sldMk cId="652836167" sldId="896"/>
            <ac:picMk id="15" creationId="{A4025547-3A03-EB31-71D4-764551FE0FB8}"/>
          </ac:picMkLst>
        </pc:picChg>
      </pc:sldChg>
      <pc:sldChg chg="add">
        <pc:chgData name="Kaegi, PascalAndreas" userId="f95e1514-32e1-4fdf-86aa-8e70d96eb305" providerId="ADAL" clId="{2FC7522D-8F10-5ADD-8CD3-E6FA6E1684B6}" dt="2026-04-11T08:26:23.175" v="7074"/>
        <pc:sldMkLst>
          <pc:docMk/>
          <pc:sldMk cId="1467622163" sldId="919"/>
        </pc:sldMkLst>
      </pc:sldChg>
    </pc:docChg>
  </pc:docChgLst>
  <pc:docChgLst>
    <pc:chgData name="Manz, Leandra" userId="S::leandra.manz@student.unisg.ch::2aec8123-945b-45f6-af23-69f6b6e1fac8" providerId="AD" clId="Web-{132F85F3-2E9E-405B-8DEF-522203403EA4}"/>
    <pc:docChg chg="modSld">
      <pc:chgData name="Manz, Leandra" userId="S::leandra.manz@student.unisg.ch::2aec8123-945b-45f6-af23-69f6b6e1fac8" providerId="AD" clId="Web-{132F85F3-2E9E-405B-8DEF-522203403EA4}" dt="2026-04-10T12:22:15.860" v="129"/>
      <pc:docMkLst>
        <pc:docMk/>
      </pc:docMkLst>
    </pc:docChg>
  </pc:docChgLst>
  <pc:docChgLst>
    <pc:chgData name="Mueller, ElenaAnna" userId="d1a803c2-e1c3-4528-bb82-e632aadf0264" providerId="ADAL" clId="{F0628BF3-283F-599B-896C-C3208FA4A08C}"/>
    <pc:docChg chg="undo custSel addSld delSld modSld sldOrd addSection modSection">
      <pc:chgData name="Mueller, ElenaAnna" userId="d1a803c2-e1c3-4528-bb82-e632aadf0264" providerId="ADAL" clId="{F0628BF3-283F-599B-896C-C3208FA4A08C}" dt="2026-04-11T09:32:17.723" v="5618" actId="729"/>
      <pc:docMkLst>
        <pc:docMk/>
      </pc:docMkLst>
      <pc:sldChg chg="addSp modSp mod modShow">
        <pc:chgData name="Mueller, ElenaAnna" userId="d1a803c2-e1c3-4528-bb82-e632aadf0264" providerId="ADAL" clId="{F0628BF3-283F-599B-896C-C3208FA4A08C}" dt="2026-04-10T18:43:42.510" v="4882" actId="167"/>
        <pc:sldMkLst>
          <pc:docMk/>
          <pc:sldMk cId="652836167" sldId="896"/>
        </pc:sldMkLst>
        <pc:picChg chg="add mod">
          <ac:chgData name="Mueller, ElenaAnna" userId="d1a803c2-e1c3-4528-bb82-e632aadf0264" providerId="ADAL" clId="{F0628BF3-283F-599B-896C-C3208FA4A08C}" dt="2026-04-10T18:43:31.898" v="4879" actId="1076"/>
          <ac:picMkLst>
            <pc:docMk/>
            <pc:sldMk cId="652836167" sldId="896"/>
            <ac:picMk id="13" creationId="{FDB12891-487E-7DEE-7035-71751AB153E9}"/>
          </ac:picMkLst>
        </pc:picChg>
        <pc:picChg chg="add mod">
          <ac:chgData name="Mueller, ElenaAnna" userId="d1a803c2-e1c3-4528-bb82-e632aadf0264" providerId="ADAL" clId="{F0628BF3-283F-599B-896C-C3208FA4A08C}" dt="2026-04-10T18:43:42.510" v="4882" actId="167"/>
          <ac:picMkLst>
            <pc:docMk/>
            <pc:sldMk cId="652836167" sldId="896"/>
            <ac:picMk id="15" creationId="{A4025547-3A03-EB31-71D4-764551FE0FB8}"/>
          </ac:picMkLst>
        </pc:picChg>
      </pc:sldChg>
    </pc:docChg>
  </pc:docChgLst>
  <pc:docChgLst>
    <pc:chgData name="Manz, Leandra" userId="S::leandra.manz@student.unisg.ch::2aec8123-945b-45f6-af23-69f6b6e1fac8" providerId="AD" clId="Web-{060D66F1-167B-4B52-A72B-2BBD44961E40}"/>
    <pc:docChg chg="modSld">
      <pc:chgData name="Manz, Leandra" userId="S::leandra.manz@student.unisg.ch::2aec8123-945b-45f6-af23-69f6b6e1fac8" providerId="AD" clId="Web-{060D66F1-167B-4B52-A72B-2BBD44961E40}" dt="2026-04-11T07:32:55.597" v="30" actId="20577"/>
      <pc:docMkLst>
        <pc:docMk/>
      </pc:docMkLst>
    </pc:docChg>
  </pc:docChgLst>
  <pc:docChgLst>
    <pc:chgData name="Manz, Leandra" userId="S::leandra.manz@student.unisg.ch::2aec8123-945b-45f6-af23-69f6b6e1fac8" providerId="AD" clId="Web-{2965C1D2-A64A-4885-955B-A93F5371A869}"/>
    <pc:docChg chg="modSld">
      <pc:chgData name="Manz, Leandra" userId="S::leandra.manz@student.unisg.ch::2aec8123-945b-45f6-af23-69f6b6e1fac8" providerId="AD" clId="Web-{2965C1D2-A64A-4885-955B-A93F5371A869}" dt="2026-04-10T13:35:21.899" v="3" actId="14100"/>
      <pc:docMkLst>
        <pc:docMk/>
      </pc:docMkLst>
    </pc:docChg>
  </pc:docChgLst>
  <pc:docChgLst>
    <pc:chgData name="Mueller, ElenaAnna" userId="S::elenaanna.mueller@student.unisg.ch::d1a803c2-e1c3-4528-bb82-e632aadf0264" providerId="AD" clId="Web-{9B7FDF84-FB79-E884-B492-48988DD4ACB0}"/>
    <pc:docChg chg="addSld delSld modSld sldOrd">
      <pc:chgData name="Mueller, ElenaAnna" userId="S::elenaanna.mueller@student.unisg.ch::d1a803c2-e1c3-4528-bb82-e632aadf0264" providerId="AD" clId="Web-{9B7FDF84-FB79-E884-B492-48988DD4ACB0}" dt="2026-04-10T11:35:14.902" v="597" actId="1076"/>
      <pc:docMkLst>
        <pc:docMk/>
      </pc:docMkLst>
    </pc:docChg>
  </pc:docChgLst>
  <pc:docChgLst>
    <pc:chgData name="Manz, Leandra" userId="S::leandra.manz@student.unisg.ch::2aec8123-945b-45f6-af23-69f6b6e1fac8" providerId="AD" clId="Web-{2430B742-DBF2-46AC-A9B5-474D795641A9}"/>
    <pc:docChg chg="modSld">
      <pc:chgData name="Manz, Leandra" userId="S::leandra.manz@student.unisg.ch::2aec8123-945b-45f6-af23-69f6b6e1fac8" providerId="AD" clId="Web-{2430B742-DBF2-46AC-A9B5-474D795641A9}" dt="2026-04-11T07:49:44.106" v="31"/>
      <pc:docMkLst>
        <pc:docMk/>
      </pc:docMkLst>
    </pc:docChg>
  </pc:docChgLst>
  <pc:docChgLst>
    <pc:chgData name="Manz, Leandra" userId="S::leandra.manz@student.unisg.ch::2aec8123-945b-45f6-af23-69f6b6e1fac8" providerId="AD" clId="Web-{67CFA107-EBE4-4AC5-963B-C5BF55804900}"/>
    <pc:docChg chg="modSld">
      <pc:chgData name="Manz, Leandra" userId="S::leandra.manz@student.unisg.ch::2aec8123-945b-45f6-af23-69f6b6e1fac8" providerId="AD" clId="Web-{67CFA107-EBE4-4AC5-963B-C5BF55804900}" dt="2026-04-10T13:11:49.521" v="16" actId="14100"/>
      <pc:docMkLst>
        <pc:docMk/>
      </pc:docMkLst>
    </pc:docChg>
  </pc:docChgLst>
  <pc:docChgLst>
    <pc:chgData name="Jakobs, Miramar" userId="5d4f1ed2-38e7-4240-9c6e-93762dcc0c6d" providerId="ADAL" clId="{2F396C32-DE75-5BF0-BF1B-903C8B3A835C}"/>
    <pc:docChg chg="undo custSel addSld delSld modSld sldOrd modSection">
      <pc:chgData name="Jakobs, Miramar" userId="5d4f1ed2-38e7-4240-9c6e-93762dcc0c6d" providerId="ADAL" clId="{2F396C32-DE75-5BF0-BF1B-903C8B3A835C}" dt="2026-04-11T09:31:57.458" v="6999" actId="1036"/>
      <pc:docMkLst>
        <pc:docMk/>
      </pc:docMkLst>
      <pc:sldChg chg="addSp delSp modSp add mod ord">
        <pc:chgData name="Jakobs, Miramar" userId="5d4f1ed2-38e7-4240-9c6e-93762dcc0c6d" providerId="ADAL" clId="{2F396C32-DE75-5BF0-BF1B-903C8B3A835C}" dt="2026-04-10T14:02:27.205" v="3147" actId="20578"/>
        <pc:sldMkLst>
          <pc:docMk/>
          <pc:sldMk cId="652836167" sldId="896"/>
        </pc:sldMkLst>
        <pc:spChg chg="mod">
          <ac:chgData name="Jakobs, Miramar" userId="5d4f1ed2-38e7-4240-9c6e-93762dcc0c6d" providerId="ADAL" clId="{2F396C32-DE75-5BF0-BF1B-903C8B3A835C}" dt="2026-04-10T11:30:34.726" v="1116" actId="20577"/>
          <ac:spMkLst>
            <pc:docMk/>
            <pc:sldMk cId="652836167" sldId="896"/>
            <ac:spMk id="2" creationId="{4DAE74DA-E846-332E-3D88-63A35255BB11}"/>
          </ac:spMkLst>
        </pc:spChg>
        <pc:spChg chg="mod">
          <ac:chgData name="Jakobs, Miramar" userId="5d4f1ed2-38e7-4240-9c6e-93762dcc0c6d" providerId="ADAL" clId="{2F396C32-DE75-5BF0-BF1B-903C8B3A835C}" dt="2026-04-10T11:33:15.746" v="1247" actId="20577"/>
          <ac:spMkLst>
            <pc:docMk/>
            <pc:sldMk cId="652836167" sldId="896"/>
            <ac:spMk id="3" creationId="{06EF0AF8-FEC8-AF91-A477-09B61073C145}"/>
          </ac:spMkLst>
        </pc:spChg>
        <pc:spChg chg="mod">
          <ac:chgData name="Jakobs, Miramar" userId="5d4f1ed2-38e7-4240-9c6e-93762dcc0c6d" providerId="ADAL" clId="{2F396C32-DE75-5BF0-BF1B-903C8B3A835C}" dt="2026-04-10T11:32:53.202" v="1228" actId="20577"/>
          <ac:spMkLst>
            <pc:docMk/>
            <pc:sldMk cId="652836167" sldId="896"/>
            <ac:spMk id="5" creationId="{8AAF88D8-667B-2003-C35B-261AA5EB4EF4}"/>
          </ac:spMkLst>
        </pc:spChg>
        <pc:spChg chg="mod">
          <ac:chgData name="Jakobs, Miramar" userId="5d4f1ed2-38e7-4240-9c6e-93762dcc0c6d" providerId="ADAL" clId="{2F396C32-DE75-5BF0-BF1B-903C8B3A835C}" dt="2026-04-10T11:32:58.292" v="1238" actId="1036"/>
          <ac:spMkLst>
            <pc:docMk/>
            <pc:sldMk cId="652836167" sldId="896"/>
            <ac:spMk id="6" creationId="{285FBE19-1FFA-82DF-67B7-1244D2B6F82E}"/>
          </ac:spMkLst>
        </pc:spChg>
        <pc:spChg chg="mod">
          <ac:chgData name="Jakobs, Miramar" userId="5d4f1ed2-38e7-4240-9c6e-93762dcc0c6d" providerId="ADAL" clId="{2F396C32-DE75-5BF0-BF1B-903C8B3A835C}" dt="2026-04-10T11:33:16.472" v="1248"/>
          <ac:spMkLst>
            <pc:docMk/>
            <pc:sldMk cId="652836167" sldId="896"/>
            <ac:spMk id="9" creationId="{BEDE6CEB-D83B-0E13-C815-02C3B432F2DB}"/>
          </ac:spMkLst>
        </pc:spChg>
        <pc:spChg chg="mod">
          <ac:chgData name="Jakobs, Miramar" userId="5d4f1ed2-38e7-4240-9c6e-93762dcc0c6d" providerId="ADAL" clId="{2F396C32-DE75-5BF0-BF1B-903C8B3A835C}" dt="2026-04-10T11:33:16.472" v="1248"/>
          <ac:spMkLst>
            <pc:docMk/>
            <pc:sldMk cId="652836167" sldId="896"/>
            <ac:spMk id="10" creationId="{5441A5EC-45EB-B0C5-325E-37544E5D2797}"/>
          </ac:spMkLst>
        </pc:spChg>
        <pc:spChg chg="mod">
          <ac:chgData name="Jakobs, Miramar" userId="5d4f1ed2-38e7-4240-9c6e-93762dcc0c6d" providerId="ADAL" clId="{2F396C32-DE75-5BF0-BF1B-903C8B3A835C}" dt="2026-04-10T11:33:16.472" v="1248"/>
          <ac:spMkLst>
            <pc:docMk/>
            <pc:sldMk cId="652836167" sldId="896"/>
            <ac:spMk id="11" creationId="{D28644F8-9010-E8C8-72AB-C068F9C59E9C}"/>
          </ac:spMkLst>
        </pc:spChg>
        <pc:spChg chg="mod">
          <ac:chgData name="Jakobs, Miramar" userId="5d4f1ed2-38e7-4240-9c6e-93762dcc0c6d" providerId="ADAL" clId="{2F396C32-DE75-5BF0-BF1B-903C8B3A835C}" dt="2026-04-10T11:33:16.472" v="1248"/>
          <ac:spMkLst>
            <pc:docMk/>
            <pc:sldMk cId="652836167" sldId="896"/>
            <ac:spMk id="12" creationId="{C9386F9D-7148-2228-0E39-2F01600FD106}"/>
          </ac:spMkLst>
        </pc:spChg>
        <pc:spChg chg="add mod">
          <ac:chgData name="Jakobs, Miramar" userId="5d4f1ed2-38e7-4240-9c6e-93762dcc0c6d" providerId="ADAL" clId="{2F396C32-DE75-5BF0-BF1B-903C8B3A835C}" dt="2026-04-10T11:33:41.685" v="1255" actId="571"/>
          <ac:spMkLst>
            <pc:docMk/>
            <pc:sldMk cId="652836167" sldId="896"/>
            <ac:spMk id="14" creationId="{903862CC-F511-9F9E-0BE0-DED6AA143D31}"/>
          </ac:spMkLst>
        </pc:spChg>
        <pc:spChg chg="add mod">
          <ac:chgData name="Jakobs, Miramar" userId="5d4f1ed2-38e7-4240-9c6e-93762dcc0c6d" providerId="ADAL" clId="{2F396C32-DE75-5BF0-BF1B-903C8B3A835C}" dt="2026-04-10T11:35:28.492" v="1278" actId="1076"/>
          <ac:spMkLst>
            <pc:docMk/>
            <pc:sldMk cId="652836167" sldId="896"/>
            <ac:spMk id="19" creationId="{18A388D2-3BDE-1E6B-2DAE-98D497EDAE75}"/>
          </ac:spMkLst>
        </pc:spChg>
        <pc:spChg chg="add mod">
          <ac:chgData name="Jakobs, Miramar" userId="5d4f1ed2-38e7-4240-9c6e-93762dcc0c6d" providerId="ADAL" clId="{2F396C32-DE75-5BF0-BF1B-903C8B3A835C}" dt="2026-04-10T11:35:28.492" v="1278" actId="1076"/>
          <ac:spMkLst>
            <pc:docMk/>
            <pc:sldMk cId="652836167" sldId="896"/>
            <ac:spMk id="20" creationId="{EA5A2C2C-B717-FA5B-9C52-972B28BC7DB7}"/>
          </ac:spMkLst>
        </pc:spChg>
        <pc:grpChg chg="add mod">
          <ac:chgData name="Jakobs, Miramar" userId="5d4f1ed2-38e7-4240-9c6e-93762dcc0c6d" providerId="ADAL" clId="{2F396C32-DE75-5BF0-BF1B-903C8B3A835C}" dt="2026-04-10T11:32:42.810" v="1204" actId="1076"/>
          <ac:grpSpMkLst>
            <pc:docMk/>
            <pc:sldMk cId="652836167" sldId="896"/>
            <ac:grpSpMk id="4" creationId="{5E7341AC-0A40-060E-AD0B-5F644E9ADE3F}"/>
          </ac:grpSpMkLst>
        </pc:grpChg>
        <pc:grpChg chg="add mod">
          <ac:chgData name="Jakobs, Miramar" userId="5d4f1ed2-38e7-4240-9c6e-93762dcc0c6d" providerId="ADAL" clId="{2F396C32-DE75-5BF0-BF1B-903C8B3A835C}" dt="2026-04-10T11:35:31.379" v="1279" actId="1076"/>
          <ac:grpSpMkLst>
            <pc:docMk/>
            <pc:sldMk cId="652836167" sldId="896"/>
            <ac:grpSpMk id="7" creationId="{164AFD82-F654-27AA-F3E3-38251A11F811}"/>
          </ac:grpSpMkLst>
        </pc:grpChg>
        <pc:picChg chg="mod">
          <ac:chgData name="Jakobs, Miramar" userId="5d4f1ed2-38e7-4240-9c6e-93762dcc0c6d" providerId="ADAL" clId="{2F396C32-DE75-5BF0-BF1B-903C8B3A835C}" dt="2026-04-10T11:33:16.472" v="1248"/>
          <ac:picMkLst>
            <pc:docMk/>
            <pc:sldMk cId="652836167" sldId="896"/>
            <ac:picMk id="8" creationId="{369CCCCC-4426-E77C-D066-B9982945F5A6}"/>
          </ac:picMkLst>
        </pc:picChg>
        <pc:picChg chg="add mod">
          <ac:chgData name="Jakobs, Miramar" userId="5d4f1ed2-38e7-4240-9c6e-93762dcc0c6d" providerId="ADAL" clId="{2F396C32-DE75-5BF0-BF1B-903C8B3A835C}" dt="2026-04-10T11:34:43.773" v="1269" actId="1076"/>
          <ac:picMkLst>
            <pc:docMk/>
            <pc:sldMk cId="652836167" sldId="896"/>
            <ac:picMk id="18" creationId="{C9195C8E-C90F-1172-82CF-8F919F0E4AC7}"/>
          </ac:picMkLst>
        </pc:picChg>
      </pc:sldChg>
    </pc:docChg>
  </pc:docChgLst>
  <pc:docChgLst>
    <pc:chgData name="Manz, Leandra" userId="S::leandra.manz@student.unisg.ch::2aec8123-945b-45f6-af23-69f6b6e1fac8" providerId="AD" clId="Web-{2E1F90DC-BCA3-4E5C-98E6-EF75F08F523B}"/>
    <pc:docChg chg="modSld">
      <pc:chgData name="Manz, Leandra" userId="S::leandra.manz@student.unisg.ch::2aec8123-945b-45f6-af23-69f6b6e1fac8" providerId="AD" clId="Web-{2E1F90DC-BCA3-4E5C-98E6-EF75F08F523B}" dt="2026-04-10T13:12:39.398" v="1"/>
      <pc:docMkLst>
        <pc:docMk/>
      </pc:docMkLst>
    </pc:docChg>
  </pc:docChgLst>
  <pc:docChgLst>
    <pc:chgData name="Manz, Leandra" userId="S::leandra.manz@student.unisg.ch::2aec8123-945b-45f6-af23-69f6b6e1fac8" providerId="AD" clId="Web-{03823A81-5934-4CDF-97F8-A3DD66E6F892}"/>
    <pc:docChg chg="modSld">
      <pc:chgData name="Manz, Leandra" userId="S::leandra.manz@student.unisg.ch::2aec8123-945b-45f6-af23-69f6b6e1fac8" providerId="AD" clId="Web-{03823A81-5934-4CDF-97F8-A3DD66E6F892}" dt="2026-04-10T13:18:44.162" v="3" actId="1076"/>
      <pc:docMkLst>
        <pc:docMk/>
      </pc:docMkLst>
    </pc:docChg>
  </pc:docChgLst>
  <pc:docChgLst>
    <pc:chgData name="Manz, Leandra" userId="2aec8123-945b-45f6-af23-69f6b6e1fac8" providerId="ADAL" clId="{C4C497A6-5687-5CC3-86A1-EF7BDC5DAEC6}"/>
    <pc:docChg chg="undo custSel modSld sldOrd modSection">
      <pc:chgData name="Manz, Leandra" userId="2aec8123-945b-45f6-af23-69f6b6e1fac8" providerId="ADAL" clId="{C4C497A6-5687-5CC3-86A1-EF7BDC5DAEC6}" dt="2026-04-11T11:04:37.915" v="176"/>
      <pc:docMkLst>
        <pc:docMk/>
      </pc:docMkLst>
    </pc:docChg>
  </pc:docChgLst>
  <pc:docChgLst>
    <pc:chgData name="Manz, Leandra" userId="S::leandra.manz@student.unisg.ch::2aec8123-945b-45f6-af23-69f6b6e1fac8" providerId="AD" clId="Web-{87365FBE-47B7-4588-B193-6B52B3FC510A}"/>
    <pc:docChg chg="modSld">
      <pc:chgData name="Manz, Leandra" userId="S::leandra.manz@student.unisg.ch::2aec8123-945b-45f6-af23-69f6b6e1fac8" providerId="AD" clId="Web-{87365FBE-47B7-4588-B193-6B52B3FC510A}" dt="2026-04-10T12:43:01.541" v="12"/>
      <pc:docMkLst>
        <pc:docMk/>
      </pc:docMkLst>
    </pc:docChg>
  </pc:docChgLst>
  <pc:docChgLst>
    <pc:chgData name="Manz, Leandra" userId="S::leandra.manz@student.unisg.ch::2aec8123-945b-45f6-af23-69f6b6e1fac8" providerId="AD" clId="Web-{46730C6D-A10D-4A52-9950-B6EBEAA0E61B}"/>
    <pc:docChg chg="modSld">
      <pc:chgData name="Manz, Leandra" userId="S::leandra.manz@student.unisg.ch::2aec8123-945b-45f6-af23-69f6b6e1fac8" providerId="AD" clId="Web-{46730C6D-A10D-4A52-9950-B6EBEAA0E61B}" dt="2026-04-11T09:25:01.354" v="34" actId="20577"/>
      <pc:docMkLst>
        <pc:docMk/>
      </pc:docMkLst>
    </pc:docChg>
  </pc:docChgLst>
  <pc:docChgLst>
    <pc:chgData name="Manz, Leandra" userId="S::leandra.manz@student.unisg.ch::2aec8123-945b-45f6-af23-69f6b6e1fac8" providerId="AD" clId="Web-{D8CA2F67-36C6-4962-8C66-73CE62B55887}"/>
    <pc:docChg chg="modSld">
      <pc:chgData name="Manz, Leandra" userId="S::leandra.manz@student.unisg.ch::2aec8123-945b-45f6-af23-69f6b6e1fac8" providerId="AD" clId="Web-{D8CA2F67-36C6-4962-8C66-73CE62B55887}" dt="2026-04-10T19:15:58.265" v="191"/>
      <pc:docMkLst>
        <pc:docMk/>
      </pc:docMkLst>
    </pc:docChg>
  </pc:docChgLst>
  <pc:docChgLst>
    <pc:chgData name="Manz, Leandra" userId="S::leandra.manz@student.unisg.ch::2aec8123-945b-45f6-af23-69f6b6e1fac8" providerId="AD" clId="Web-{921310BC-D146-487F-A8EA-055F35174435}"/>
    <pc:docChg chg="modSld">
      <pc:chgData name="Manz, Leandra" userId="S::leandra.manz@student.unisg.ch::2aec8123-945b-45f6-af23-69f6b6e1fac8" providerId="AD" clId="Web-{921310BC-D146-487F-A8EA-055F35174435}" dt="2026-04-10T18:41:04.295" v="74"/>
      <pc:docMkLst>
        <pc:docMk/>
      </pc:docMkLst>
    </pc:docChg>
  </pc:docChgLst>
  <pc:docChgLst>
    <pc:chgData name="Mueller, ElenaAnna" userId="S::elenaanna.mueller@student.unisg.ch::d1a803c2-e1c3-4528-bb82-e632aadf0264" providerId="AD" clId="Web-{DF3AC787-B5BA-A39F-8172-EE5B18F6C650}"/>
    <pc:docChg chg="addSld modSld sldOrd">
      <pc:chgData name="Mueller, ElenaAnna" userId="S::elenaanna.mueller@student.unisg.ch::d1a803c2-e1c3-4528-bb82-e632aadf0264" providerId="AD" clId="Web-{DF3AC787-B5BA-A39F-8172-EE5B18F6C650}" dt="2026-04-10T09:05:10.481" v="273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075C0-C3A6-6B4B-A1DF-FDF5C42487AE}" type="datetimeFigureOut">
              <a:rPr lang="de-DE" smtClean="0"/>
              <a:t>06.05.26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91CA2-37B4-1E48-A577-58367554FE3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4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8E841-7158-8DD2-2836-889F6234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58F9499-FFBE-330A-BFE1-6C773F32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AB70CDE-A631-FC39-249B-E2F312452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0B5485-FBF3-85FD-5D10-9E88218D8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55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80489-211C-7773-81F8-322F1B5A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604E5FE-52EF-A0F9-5DC5-C673B88E1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BB5F40-580C-D8EC-A6E9-86E25294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6A17CE-EF2B-0208-7756-43AB0CCA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238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D13E-BD60-545A-BFBB-98512CAA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374CFB5-7950-7F19-2D2E-D55F54187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20C6AB-3371-C00E-E26D-83718451D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3F01A0-147B-65CD-0EA7-574FC7362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6351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57C39-0D0B-7AD9-8343-9E626C58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55206CE-6BFA-D675-F13A-96FFD4DFC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05EAE1-204B-E5F3-417D-6BF30AB88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293EAF-367B-42C8-29DE-991F6A25F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877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9AB84-629E-D020-C0EC-F1E253F0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D39A26-7D49-BBE2-1E57-9D25FF6BB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360A06-A2DC-4D0F-3E12-C526E984D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2A09EE-D268-0AD1-E721-7794FFCAB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04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14C6-D098-DB18-5076-813C4B78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3A1924-715C-9CAB-0A91-C8FEF0BEB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8F894B-17E6-4E7D-D951-3D56A9FA7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8AF9CE-0FCD-731A-B0FC-DF7060420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698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1A0B7-96EB-447A-0DE9-523A8E36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E5E3F64-7D98-39B3-754E-64DF8DADE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F07196D-41BE-AF84-35D9-A8075A47E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3065DD-6A49-25E0-5185-2C5F4C2C4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B91CA2-37B4-1E48-A577-58367554FE30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84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D0F5E-9AD5-C409-D935-1F5BCAD2C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49CBB-043F-34AE-5B11-F1E74029F4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98AD5-F9AE-C399-2383-83200322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0C1EF-33BB-F006-4219-1404C083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DBCC8-D3EC-8B8F-2E29-6F125CE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263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2442-77B4-A2E4-4A95-91530F53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8ABE-F569-6274-AE89-19F01585F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E0A9C-52CC-6BEB-FDF5-2F2AC8DC7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CA386-AC09-4F17-4DCB-907B4E5E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F9C9C-CAFB-E963-3080-48438162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5107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2E5F-6D9C-D469-EFE7-A96CFC3A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FE522-74CE-FCAE-66C9-637319E00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1959A-16EC-9C03-7E1C-70DEE82FF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4D64E-6F73-8DBA-BC72-F1DE7A9B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4852-B0FD-BE7E-C711-E8F48217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6813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9E61-73FD-07FF-C416-4ED3E9DA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41BDC-645C-653B-6C41-183132B0E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AA942-5DC5-F4B9-4753-75DE1CEC6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F2F4D-5834-6CA3-E914-9AB95862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97189-FC8C-8DC7-1661-A85C8B57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21AB1-66B5-8E7F-E491-2F020EA1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6040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65EB-5329-B693-A823-60948179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30B72-37A2-6622-AFD2-CEA6F0B24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482A7-41B7-5B56-C821-786E55036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61776-9346-1058-2660-71D25E1B8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68C8A-EFA7-22BB-FAD1-9B753250A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37ABA-F7EA-A184-7DE5-0F673DFCA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CA0E8-08CA-CB6C-81F2-460CBBFB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ABC30-6837-4FE9-8DC0-20B8E4E2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8241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DF5E-1388-9E27-40A8-BB059175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0BD32-2289-3BD7-703F-E1E61C62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90744-557B-DE15-4E5D-3518A67C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04E6D-945A-3AA7-9BC5-7ED7F5B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43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BF8DA7-FFCC-5904-6A24-88A3F17D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E292A-E5AA-B95E-7097-54D0E248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4E01E-E7DB-43ED-DC8F-0CC97A22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8654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2ACD-E736-5743-8BC4-A11B6EFA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C9FD-0E67-3B14-6E12-BF29B4C8C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65600-F350-2296-F2EE-26773AC48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75597-99D8-6EB2-B4B2-E3AC7407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19952-2D01-72AA-D1DA-B16CD9EC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8C330-4E25-0CE3-653B-04F92116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938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877F-D098-1235-8ABA-B68B34160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3A440-33FE-C98E-74A6-CF5740160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8A5A5-E109-906C-AF1C-D87C12859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F2296-BA07-1509-CAC3-F9926FF7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F9FB1-24E4-3D0F-2F80-C8F426175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6384F-4261-65F3-E769-39704FEA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711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C6ED-925E-8F47-D73D-3FAD7B48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F8B14-84B1-A9DF-58CF-DDE60BBCB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17865-695E-935C-6DF4-9EF4DEB2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5EADF-4A37-3BED-7D91-0E08857B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E977E-8018-D805-084A-EEC2E3E5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108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F8A47D-F200-FFBC-A869-270EADCE59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EF378-1A7D-F0B4-4052-24BE11116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34A5F-F106-DFB0-9D4C-A9AE519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907D-71C3-E4FD-3D1E-7C4607EF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4CF0-1E98-386B-6DC0-7FA3E6D6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2769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6F011-AD27-3DE0-1AB4-50734B5F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65093-C289-27D2-FDF5-724FC7A7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2B09A-70D6-8AF4-19CC-FB7FF52BA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3B660-E7E3-AB4F-8CCD-D037387DEBD8}" type="datetimeFigureOut">
              <a:rPr lang="en-CH" smtClean="0"/>
              <a:t>06.05.2026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9BC5C-25B5-2E57-5457-98D4BBD0F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EB889-F13C-7422-5EA4-AB9C73328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F2FE1-E68C-424C-96F7-C8B27039724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2175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EEBC3-F8A6-E3C1-4A90-E29C8558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3D86D17-8879-D8F9-7981-675BE206432C}"/>
              </a:ext>
            </a:extLst>
          </p:cNvPr>
          <p:cNvSpPr/>
          <p:nvPr/>
        </p:nvSpPr>
        <p:spPr>
          <a:xfrm>
            <a:off x="288471" y="365125"/>
            <a:ext cx="11615058" cy="9098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Bundesamt für Gerechtigkeit</a:t>
            </a:r>
          </a:p>
        </p:txBody>
      </p:sp>
      <p:sp>
        <p:nvSpPr>
          <p:cNvPr id="30" name="Rechteck: abgerundete Ecken 10">
            <a:extLst>
              <a:ext uri="{FF2B5EF4-FFF2-40B4-BE49-F238E27FC236}">
                <a16:creationId xmlns:a16="http://schemas.microsoft.com/office/drawing/2014/main" id="{4D42692E-2A06-1991-32EB-0054B200FE2A}"/>
              </a:ext>
            </a:extLst>
          </p:cNvPr>
          <p:cNvSpPr/>
          <p:nvPr/>
        </p:nvSpPr>
        <p:spPr>
          <a:xfrm>
            <a:off x="288471" y="5583011"/>
            <a:ext cx="11615058" cy="9098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Demokratie, Gesetz und neue Sozialkredit-Regeln</a:t>
            </a:r>
          </a:p>
        </p:txBody>
      </p:sp>
      <p:sp>
        <p:nvSpPr>
          <p:cNvPr id="41" name="Rechteck: abgerundete Ecken 2">
            <a:extLst>
              <a:ext uri="{FF2B5EF4-FFF2-40B4-BE49-F238E27FC236}">
                <a16:creationId xmlns:a16="http://schemas.microsoft.com/office/drawing/2014/main" id="{63C1D702-9873-D015-9A01-F246CDDD3C7F}"/>
              </a:ext>
            </a:extLst>
          </p:cNvPr>
          <p:cNvSpPr/>
          <p:nvPr/>
        </p:nvSpPr>
        <p:spPr>
          <a:xfrm>
            <a:off x="1985963" y="1548374"/>
            <a:ext cx="3491192" cy="3759200"/>
          </a:xfrm>
          <a:prstGeom prst="roundRect">
            <a:avLst/>
          </a:prstGeom>
          <a:solidFill>
            <a:srgbClr val="F19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    </a:t>
            </a: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Datensammlung</a:t>
            </a:r>
          </a:p>
        </p:txBody>
      </p:sp>
      <p:sp>
        <p:nvSpPr>
          <p:cNvPr id="31" name="Rechteck: abgerundete Ecken 2">
            <a:extLst>
              <a:ext uri="{FF2B5EF4-FFF2-40B4-BE49-F238E27FC236}">
                <a16:creationId xmlns:a16="http://schemas.microsoft.com/office/drawing/2014/main" id="{2E239C78-6F96-550A-46E8-3DD883E9B6DD}"/>
              </a:ext>
            </a:extLst>
          </p:cNvPr>
          <p:cNvSpPr/>
          <p:nvPr/>
        </p:nvSpPr>
        <p:spPr>
          <a:xfrm>
            <a:off x="288471" y="1549400"/>
            <a:ext cx="2736000" cy="3759200"/>
          </a:xfrm>
          <a:prstGeom prst="roundRect">
            <a:avLst/>
          </a:prstGeom>
          <a:solidFill>
            <a:srgbClr val="FBE8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Punktequellen</a:t>
            </a:r>
          </a:p>
        </p:txBody>
      </p:sp>
      <p:sp>
        <p:nvSpPr>
          <p:cNvPr id="33" name="Rechteck: abgerundete Ecken 3">
            <a:extLst>
              <a:ext uri="{FF2B5EF4-FFF2-40B4-BE49-F238E27FC236}">
                <a16:creationId xmlns:a16="http://schemas.microsoft.com/office/drawing/2014/main" id="{B37D4CF8-956B-431F-D36A-7870E9C2EBAD}"/>
              </a:ext>
            </a:extLst>
          </p:cNvPr>
          <p:cNvSpPr/>
          <p:nvPr/>
        </p:nvSpPr>
        <p:spPr>
          <a:xfrm>
            <a:off x="5954342" y="1548374"/>
            <a:ext cx="2736000" cy="3759200"/>
          </a:xfrm>
          <a:prstGeom prst="roundRect">
            <a:avLst/>
          </a:prstGeom>
          <a:solidFill>
            <a:srgbClr val="F847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1600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Punkte-Konto</a:t>
            </a:r>
          </a:p>
        </p:txBody>
      </p:sp>
      <p:sp>
        <p:nvSpPr>
          <p:cNvPr id="34" name="Rechteck: abgerundete Ecken 3">
            <a:extLst>
              <a:ext uri="{FF2B5EF4-FFF2-40B4-BE49-F238E27FC236}">
                <a16:creationId xmlns:a16="http://schemas.microsoft.com/office/drawing/2014/main" id="{59D76610-97C5-7A7B-4693-9718168A3D90}"/>
              </a:ext>
            </a:extLst>
          </p:cNvPr>
          <p:cNvSpPr/>
          <p:nvPr/>
        </p:nvSpPr>
        <p:spPr>
          <a:xfrm>
            <a:off x="9167529" y="1548374"/>
            <a:ext cx="2736000" cy="3759200"/>
          </a:xfrm>
          <a:prstGeom prst="roundRect">
            <a:avLst/>
          </a:prstGeom>
          <a:solidFill>
            <a:srgbClr val="FE09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1600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Einflussbereiche</a:t>
            </a:r>
          </a:p>
        </p:txBody>
      </p:sp>
      <p:sp>
        <p:nvSpPr>
          <p:cNvPr id="37" name="Abgerundetes Rechteck 36">
            <a:extLst>
              <a:ext uri="{FF2B5EF4-FFF2-40B4-BE49-F238E27FC236}">
                <a16:creationId xmlns:a16="http://schemas.microsoft.com/office/drawing/2014/main" id="{60CC1601-0A09-A477-5CCD-19951278B86A}"/>
              </a:ext>
            </a:extLst>
          </p:cNvPr>
          <p:cNvSpPr/>
          <p:nvPr/>
        </p:nvSpPr>
        <p:spPr>
          <a:xfrm>
            <a:off x="666471" y="2506185"/>
            <a:ext cx="1980000" cy="227017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Soziales Verhalten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Umweltverhalten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Gesetzestreue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1E9CDE17-DC8F-6EF7-3584-ED02F2CAD38E}"/>
              </a:ext>
            </a:extLst>
          </p:cNvPr>
          <p:cNvSpPr/>
          <p:nvPr/>
        </p:nvSpPr>
        <p:spPr>
          <a:xfrm>
            <a:off x="9545529" y="2510725"/>
            <a:ext cx="1980000" cy="2265866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Wohnen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Gemeinschaft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Gesundheit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Finanzen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6278BFCF-7768-D416-D052-B9C9EC9B8D5D}"/>
              </a:ext>
            </a:extLst>
          </p:cNvPr>
          <p:cNvSpPr/>
          <p:nvPr/>
        </p:nvSpPr>
        <p:spPr>
          <a:xfrm>
            <a:off x="6332342" y="2506185"/>
            <a:ext cx="1980000" cy="227017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Online Zugang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Startguthaben mit 0 Punkte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Von -1000 bis +1000 Punkte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 16 Jahren</a:t>
            </a: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5B4400D1-D7F5-F037-41BE-649F62CDBAF5}"/>
              </a:ext>
            </a:extLst>
          </p:cNvPr>
          <p:cNvSpPr/>
          <p:nvPr/>
        </p:nvSpPr>
        <p:spPr>
          <a:xfrm>
            <a:off x="3224239" y="2506185"/>
            <a:ext cx="1980000" cy="227017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Behördliche Register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Digitale Schnittstellen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400" noProof="0" dirty="0">
                <a:solidFill>
                  <a:sysClr val="windowText" lastClr="000000"/>
                </a:solidFill>
                <a:latin typeface="Aptos" panose="02110004020202020204"/>
              </a:rPr>
              <a:t>Antragswesen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Kameras</a:t>
            </a:r>
          </a:p>
        </p:txBody>
      </p:sp>
      <p:sp>
        <p:nvSpPr>
          <p:cNvPr id="44" name="Pfeil nach rechts 43">
            <a:extLst>
              <a:ext uri="{FF2B5EF4-FFF2-40B4-BE49-F238E27FC236}">
                <a16:creationId xmlns:a16="http://schemas.microsoft.com/office/drawing/2014/main" id="{BFF58EA5-DD55-894E-B66D-D90D2ABBF959}"/>
              </a:ext>
            </a:extLst>
          </p:cNvPr>
          <p:cNvSpPr/>
          <p:nvPr/>
        </p:nvSpPr>
        <p:spPr>
          <a:xfrm>
            <a:off x="5311715" y="3309373"/>
            <a:ext cx="900000" cy="23925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EAFCECCD-E272-CB69-7534-0E4B14078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95" t="25368" r="57367" b="40624"/>
          <a:stretch>
            <a:fillRect/>
          </a:stretch>
        </p:blipFill>
        <p:spPr>
          <a:xfrm>
            <a:off x="10944231" y="442304"/>
            <a:ext cx="670501" cy="762461"/>
          </a:xfrm>
          <a:prstGeom prst="rect">
            <a:avLst/>
          </a:prstGeom>
        </p:spPr>
      </p:pic>
      <p:sp>
        <p:nvSpPr>
          <p:cNvPr id="46" name="Pfeil nach rechts 45">
            <a:extLst>
              <a:ext uri="{FF2B5EF4-FFF2-40B4-BE49-F238E27FC236}">
                <a16:creationId xmlns:a16="http://schemas.microsoft.com/office/drawing/2014/main" id="{94749122-02C6-ED12-3DE4-9C4576E3B5C2}"/>
              </a:ext>
            </a:extLst>
          </p:cNvPr>
          <p:cNvSpPr/>
          <p:nvPr/>
        </p:nvSpPr>
        <p:spPr>
          <a:xfrm>
            <a:off x="8478936" y="3309373"/>
            <a:ext cx="900000" cy="23925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62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1" grpId="0" animBg="1"/>
      <p:bldP spid="31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0" grpId="0" animBg="1"/>
      <p:bldP spid="44" grpId="0" animBg="1"/>
      <p:bldP spid="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EFEEBD-E4A4-D23D-E6A3-18AB1BDD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74DA-E846-332E-3D88-63A35255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Design 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F0AF8-FEC8-AF91-A477-09B61073C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Schriftart: </a:t>
            </a:r>
            <a:r>
              <a:rPr lang="de-AT" err="1"/>
              <a:t>Raleway</a:t>
            </a:r>
            <a:endParaRPr lang="de-AT"/>
          </a:p>
          <a:p>
            <a:r>
              <a:rPr lang="de-AT" err="1"/>
              <a:t>Grösse</a:t>
            </a:r>
            <a:r>
              <a:rPr lang="de-AT"/>
              <a:t>: 14 normal / klein 12 / </a:t>
            </a:r>
            <a:r>
              <a:rPr lang="de-AT" err="1"/>
              <a:t>gross</a:t>
            </a:r>
            <a:r>
              <a:rPr lang="de-AT"/>
              <a:t> 24 </a:t>
            </a:r>
          </a:p>
          <a:p>
            <a:r>
              <a:rPr lang="de-AT"/>
              <a:t>Farben </a:t>
            </a:r>
          </a:p>
          <a:p>
            <a:endParaRPr lang="en-CH"/>
          </a:p>
        </p:txBody>
      </p:sp>
      <p:grpSp>
        <p:nvGrpSpPr>
          <p:cNvPr id="4" name="Group 52">
            <a:extLst>
              <a:ext uri="{FF2B5EF4-FFF2-40B4-BE49-F238E27FC236}">
                <a16:creationId xmlns:a16="http://schemas.microsoft.com/office/drawing/2014/main" id="{5E7341AC-0A40-060E-AD0B-5F644E9ADE3F}"/>
              </a:ext>
            </a:extLst>
          </p:cNvPr>
          <p:cNvGrpSpPr/>
          <p:nvPr/>
        </p:nvGrpSpPr>
        <p:grpSpPr>
          <a:xfrm>
            <a:off x="8812425" y="1825629"/>
            <a:ext cx="1909253" cy="1107997"/>
            <a:chOff x="476529" y="2794204"/>
            <a:chExt cx="1431940" cy="830998"/>
          </a:xfrm>
        </p:grpSpPr>
        <p:sp>
          <p:nvSpPr>
            <p:cNvPr id="5" name="TextBox 53">
              <a:extLst>
                <a:ext uri="{FF2B5EF4-FFF2-40B4-BE49-F238E27FC236}">
                  <a16:creationId xmlns:a16="http://schemas.microsoft.com/office/drawing/2014/main" id="{8AAF88D8-667B-2003-C35B-261AA5EB4EF4}"/>
                </a:ext>
              </a:extLst>
            </p:cNvPr>
            <p:cNvSpPr txBox="1"/>
            <p:nvPr/>
          </p:nvSpPr>
          <p:spPr>
            <a:xfrm>
              <a:off x="476529" y="2794204"/>
              <a:ext cx="1431940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latin typeface="Raleway" panose="020B0003030101060003" pitchFamily="34" charset="0"/>
                </a:rPr>
                <a:t>7:53 PM</a:t>
              </a:r>
              <a:endParaRPr lang="en-US" sz="1400" b="1">
                <a:solidFill>
                  <a:schemeClr val="accent6"/>
                </a:solidFill>
                <a:latin typeface="Raleway" panose="020B0003030101060003" pitchFamily="34" charset="0"/>
              </a:endParaRPr>
            </a:p>
            <a:p>
              <a:endParaRPr lang="en-US" sz="400">
                <a:solidFill>
                  <a:schemeClr val="accent6"/>
                </a:solidFill>
                <a:latin typeface="Raleway" panose="020B0003030101060003" pitchFamily="34" charset="0"/>
              </a:endParaRPr>
            </a:p>
            <a:p>
              <a:r>
                <a:rPr lang="en-US" sz="2400" b="1">
                  <a:latin typeface="Raleway" panose="020B0003030101060003" pitchFamily="34" charset="0"/>
                </a:rPr>
                <a:t>MAJOR</a:t>
              </a:r>
            </a:p>
            <a:p>
              <a:endParaRPr lang="en-US" sz="1200" b="1">
                <a:latin typeface="Raleway" panose="020B0003030101060003" pitchFamily="34" charset="0"/>
              </a:endParaRPr>
            </a:p>
            <a:p>
              <a:r>
                <a:rPr lang="en-US" sz="1200" err="1">
                  <a:solidFill>
                    <a:schemeClr val="bg1">
                      <a:lumMod val="65000"/>
                    </a:schemeClr>
                  </a:solidFill>
                  <a:latin typeface="Raleway" pitchFamily="2" charset="77"/>
                  <a:ea typeface="Roboto Light" panose="02000000000000000000" pitchFamily="2" charset="0"/>
                </a:rPr>
                <a:t>Beispiel</a:t>
              </a: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latin typeface="Raleway" pitchFamily="2" charset="77"/>
                  <a:ea typeface="Roboto Light" panose="02000000000000000000" pitchFamily="2" charset="0"/>
                </a:rPr>
                <a:t> </a:t>
              </a:r>
              <a:r>
                <a:rPr lang="en-US" sz="1200" err="1">
                  <a:solidFill>
                    <a:schemeClr val="bg1">
                      <a:lumMod val="65000"/>
                    </a:schemeClr>
                  </a:solidFill>
                  <a:latin typeface="Raleway" pitchFamily="2" charset="77"/>
                  <a:ea typeface="Roboto Light" panose="02000000000000000000" pitchFamily="2" charset="0"/>
                </a:rPr>
                <a:t>Schriftgrössen</a:t>
              </a:r>
              <a:endParaRPr lang="en-US" sz="2400" b="1">
                <a:latin typeface="Raleway" pitchFamily="2" charset="77"/>
              </a:endParaRPr>
            </a:p>
          </p:txBody>
        </p:sp>
        <p:sp>
          <p:nvSpPr>
            <p:cNvPr id="6" name="Rounded Rectangle 54">
              <a:extLst>
                <a:ext uri="{FF2B5EF4-FFF2-40B4-BE49-F238E27FC236}">
                  <a16:creationId xmlns:a16="http://schemas.microsoft.com/office/drawing/2014/main" id="{285FBE19-1FFA-82DF-67B7-1244D2B6F82E}"/>
                </a:ext>
              </a:extLst>
            </p:cNvPr>
            <p:cNvSpPr/>
            <p:nvPr/>
          </p:nvSpPr>
          <p:spPr>
            <a:xfrm>
              <a:off x="495493" y="3327063"/>
              <a:ext cx="1394011" cy="45719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64AFD82-F654-27AA-F3E3-38251A11F811}"/>
              </a:ext>
            </a:extLst>
          </p:cNvPr>
          <p:cNvGrpSpPr/>
          <p:nvPr/>
        </p:nvGrpSpPr>
        <p:grpSpPr>
          <a:xfrm>
            <a:off x="3860818" y="527502"/>
            <a:ext cx="4470363" cy="1298123"/>
            <a:chOff x="489566" y="3428999"/>
            <a:chExt cx="4470363" cy="1298123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69CCCCC-4426-E77C-D066-B9982945F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106" t="23223" r="57494" b="35682"/>
            <a:stretch>
              <a:fillRect/>
            </a:stretch>
          </p:blipFill>
          <p:spPr>
            <a:xfrm>
              <a:off x="489566" y="3428999"/>
              <a:ext cx="1061357" cy="1298123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EDE6CEB-D83B-0E13-C815-02C3B432F2DB}"/>
                </a:ext>
              </a:extLst>
            </p:cNvPr>
            <p:cNvSpPr txBox="1"/>
            <p:nvPr/>
          </p:nvSpPr>
          <p:spPr>
            <a:xfrm>
              <a:off x="1654868" y="3449885"/>
              <a:ext cx="33050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/>
                <a:t>Bundesamt für Gerechtigkeit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5441A5EC-45EB-B0C5-325E-37544E5D2797}"/>
                </a:ext>
              </a:extLst>
            </p:cNvPr>
            <p:cNvSpPr txBox="1"/>
            <p:nvPr/>
          </p:nvSpPr>
          <p:spPr>
            <a:xfrm>
              <a:off x="1654868" y="3725306"/>
              <a:ext cx="33050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/>
                <a:t>Office </a:t>
              </a:r>
              <a:r>
                <a:rPr lang="de-DE" sz="1400" err="1"/>
                <a:t>fédéral</a:t>
              </a:r>
              <a:r>
                <a:rPr lang="de-DE" sz="1400"/>
                <a:t> de la </a:t>
              </a:r>
              <a:r>
                <a:rPr lang="de-DE" sz="1400" err="1"/>
                <a:t>justice</a:t>
              </a:r>
              <a:endParaRPr lang="de-DE" sz="140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D28644F8-9010-E8C8-72AB-C068F9C59E9C}"/>
                </a:ext>
              </a:extLst>
            </p:cNvPr>
            <p:cNvSpPr txBox="1"/>
            <p:nvPr/>
          </p:nvSpPr>
          <p:spPr>
            <a:xfrm>
              <a:off x="1654868" y="3978692"/>
              <a:ext cx="33050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err="1"/>
                <a:t>Ufficio</a:t>
              </a:r>
              <a:r>
                <a:rPr lang="de-DE" sz="1400"/>
                <a:t> </a:t>
              </a:r>
              <a:r>
                <a:rPr lang="de-DE" sz="1400" err="1"/>
                <a:t>federale</a:t>
              </a:r>
              <a:r>
                <a:rPr lang="de-DE" sz="1400"/>
                <a:t> di </a:t>
              </a:r>
              <a:r>
                <a:rPr lang="de-DE" sz="1400" err="1"/>
                <a:t>giustizia</a:t>
              </a:r>
              <a:endParaRPr lang="de-DE" sz="140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9386F9D-7148-2228-0E39-2F01600FD106}"/>
                </a:ext>
              </a:extLst>
            </p:cNvPr>
            <p:cNvSpPr txBox="1"/>
            <p:nvPr/>
          </p:nvSpPr>
          <p:spPr>
            <a:xfrm>
              <a:off x="1654868" y="4232081"/>
              <a:ext cx="33050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1400" err="1"/>
                <a:t>Uffizi</a:t>
              </a:r>
              <a:r>
                <a:rPr lang="de-CH" sz="1400"/>
                <a:t> </a:t>
              </a:r>
              <a:r>
                <a:rPr lang="de-CH" sz="1400" err="1"/>
                <a:t>federal</a:t>
              </a:r>
              <a:r>
                <a:rPr lang="de-CH" sz="1400"/>
                <a:t> da </a:t>
              </a:r>
              <a:r>
                <a:rPr lang="de-CH" sz="1400" err="1"/>
                <a:t>giustia</a:t>
              </a:r>
              <a:endParaRPr lang="de-DE" sz="1200"/>
            </a:p>
          </p:txBody>
        </p:sp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903862CC-F511-9F9E-0BE0-DED6AA143D31}"/>
              </a:ext>
            </a:extLst>
          </p:cNvPr>
          <p:cNvSpPr/>
          <p:nvPr/>
        </p:nvSpPr>
        <p:spPr>
          <a:xfrm>
            <a:off x="6713035" y="4490283"/>
            <a:ext cx="1237785" cy="884605"/>
          </a:xfrm>
          <a:prstGeom prst="rect">
            <a:avLst/>
          </a:prstGeom>
          <a:solidFill>
            <a:srgbClr val="F712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C9195C8E-C90F-1172-82CF-8F919F0E4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567" y="4389856"/>
            <a:ext cx="3431335" cy="2287557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18A388D2-3BDE-1E6B-2DAE-98D497EDAE75}"/>
              </a:ext>
            </a:extLst>
          </p:cNvPr>
          <p:cNvSpPr/>
          <p:nvPr/>
        </p:nvSpPr>
        <p:spPr>
          <a:xfrm>
            <a:off x="9396088" y="4490283"/>
            <a:ext cx="1009554" cy="780586"/>
          </a:xfrm>
          <a:prstGeom prst="rect">
            <a:avLst/>
          </a:prstGeom>
          <a:solidFill>
            <a:srgbClr val="4581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A5A2C2C-B717-FA5B-9C52-972B28BC7DB7}"/>
              </a:ext>
            </a:extLst>
          </p:cNvPr>
          <p:cNvSpPr/>
          <p:nvPr/>
        </p:nvSpPr>
        <p:spPr>
          <a:xfrm>
            <a:off x="8147151" y="4501434"/>
            <a:ext cx="1009554" cy="78058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DB12891-487E-7DEE-7035-71751AB15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75" y="3328179"/>
            <a:ext cx="2780220" cy="185347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4025547-3A03-EB31-71D4-764551FE0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68" t="22682" r="57017" b="36089"/>
          <a:stretch>
            <a:fillRect/>
          </a:stretch>
        </p:blipFill>
        <p:spPr>
          <a:xfrm>
            <a:off x="5161558" y="435996"/>
            <a:ext cx="4738255" cy="578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3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E12DC-A217-FB86-BB8A-27090B59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hteck: abgerundete Ecken 2">
            <a:extLst>
              <a:ext uri="{FF2B5EF4-FFF2-40B4-BE49-F238E27FC236}">
                <a16:creationId xmlns:a16="http://schemas.microsoft.com/office/drawing/2014/main" id="{5A35F85F-9E2D-295C-E31F-1A48DF96955E}"/>
              </a:ext>
            </a:extLst>
          </p:cNvPr>
          <p:cNvSpPr/>
          <p:nvPr/>
        </p:nvSpPr>
        <p:spPr>
          <a:xfrm>
            <a:off x="288471" y="1549401"/>
            <a:ext cx="5188684" cy="909864"/>
          </a:xfrm>
          <a:prstGeom prst="roundRect">
            <a:avLst/>
          </a:prstGeom>
          <a:gradFill flip="none" rotWithShape="1">
            <a:gsLst>
              <a:gs pos="0">
                <a:srgbClr val="FCE7E3"/>
              </a:gs>
              <a:gs pos="21000">
                <a:srgbClr val="FCE7E3"/>
              </a:gs>
              <a:gs pos="91000">
                <a:srgbClr val="F29B9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Punktequellen	         Datensammlung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2EED5C7-6000-6C62-FB96-1D6AC9AAB1C2}"/>
              </a:ext>
            </a:extLst>
          </p:cNvPr>
          <p:cNvSpPr/>
          <p:nvPr/>
        </p:nvSpPr>
        <p:spPr>
          <a:xfrm>
            <a:off x="288471" y="365125"/>
            <a:ext cx="11615058" cy="9098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Bundesamt für Gerechtigkeit</a:t>
            </a:r>
          </a:p>
        </p:txBody>
      </p:sp>
      <p:sp>
        <p:nvSpPr>
          <p:cNvPr id="30" name="Rechteck: abgerundete Ecken 10">
            <a:extLst>
              <a:ext uri="{FF2B5EF4-FFF2-40B4-BE49-F238E27FC236}">
                <a16:creationId xmlns:a16="http://schemas.microsoft.com/office/drawing/2014/main" id="{88C02474-D437-6F70-6F12-05940E37FE89}"/>
              </a:ext>
            </a:extLst>
          </p:cNvPr>
          <p:cNvSpPr/>
          <p:nvPr/>
        </p:nvSpPr>
        <p:spPr>
          <a:xfrm>
            <a:off x="288471" y="2728947"/>
            <a:ext cx="11615058" cy="9098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Demokratie, Gesetz und neue Sozialkredit-Regeln</a:t>
            </a:r>
          </a:p>
        </p:txBody>
      </p:sp>
      <p:sp>
        <p:nvSpPr>
          <p:cNvPr id="33" name="Rechteck: abgerundete Ecken 3">
            <a:extLst>
              <a:ext uri="{FF2B5EF4-FFF2-40B4-BE49-F238E27FC236}">
                <a16:creationId xmlns:a16="http://schemas.microsoft.com/office/drawing/2014/main" id="{6EAA0468-6B9A-BF36-A011-5E13EF4F3180}"/>
              </a:ext>
            </a:extLst>
          </p:cNvPr>
          <p:cNvSpPr/>
          <p:nvPr/>
        </p:nvSpPr>
        <p:spPr>
          <a:xfrm>
            <a:off x="5954342" y="1548375"/>
            <a:ext cx="2736000" cy="909864"/>
          </a:xfrm>
          <a:prstGeom prst="roundRect">
            <a:avLst/>
          </a:prstGeom>
          <a:solidFill>
            <a:srgbClr val="F847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1600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Punkte-Konto</a:t>
            </a:r>
          </a:p>
        </p:txBody>
      </p:sp>
      <p:sp>
        <p:nvSpPr>
          <p:cNvPr id="34" name="Rechteck: abgerundete Ecken 3">
            <a:extLst>
              <a:ext uri="{FF2B5EF4-FFF2-40B4-BE49-F238E27FC236}">
                <a16:creationId xmlns:a16="http://schemas.microsoft.com/office/drawing/2014/main" id="{7F5EB6D4-5D10-9240-A567-5D431A2F03C0}"/>
              </a:ext>
            </a:extLst>
          </p:cNvPr>
          <p:cNvSpPr/>
          <p:nvPr/>
        </p:nvSpPr>
        <p:spPr>
          <a:xfrm>
            <a:off x="9167529" y="1548375"/>
            <a:ext cx="2736000" cy="909864"/>
          </a:xfrm>
          <a:prstGeom prst="roundRect">
            <a:avLst/>
          </a:prstGeom>
          <a:solidFill>
            <a:srgbClr val="FE09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1600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Einflussbereiche</a:t>
            </a: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490F6FD3-1CEA-E5F2-93D7-8D04823B9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95" t="25368" r="57367" b="40624"/>
          <a:stretch>
            <a:fillRect/>
          </a:stretch>
        </p:blipFill>
        <p:spPr>
          <a:xfrm>
            <a:off x="10944231" y="442304"/>
            <a:ext cx="670501" cy="762461"/>
          </a:xfrm>
          <a:prstGeom prst="rect">
            <a:avLst/>
          </a:prstGeom>
        </p:spPr>
      </p:pic>
      <p:sp>
        <p:nvSpPr>
          <p:cNvPr id="46" name="Pfeil nach rechts 45">
            <a:extLst>
              <a:ext uri="{FF2B5EF4-FFF2-40B4-BE49-F238E27FC236}">
                <a16:creationId xmlns:a16="http://schemas.microsoft.com/office/drawing/2014/main" id="{85DFA7B1-F3F1-955A-6C16-A723C59A4717}"/>
              </a:ext>
            </a:extLst>
          </p:cNvPr>
          <p:cNvSpPr/>
          <p:nvPr/>
        </p:nvSpPr>
        <p:spPr>
          <a:xfrm>
            <a:off x="8479692" y="1883680"/>
            <a:ext cx="899244" cy="23925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Pfeil nach rechts 1">
            <a:extLst>
              <a:ext uri="{FF2B5EF4-FFF2-40B4-BE49-F238E27FC236}">
                <a16:creationId xmlns:a16="http://schemas.microsoft.com/office/drawing/2014/main" id="{26FDACD7-CEC9-69CF-C844-30D5366E1DB0}"/>
              </a:ext>
            </a:extLst>
          </p:cNvPr>
          <p:cNvSpPr/>
          <p:nvPr/>
        </p:nvSpPr>
        <p:spPr>
          <a:xfrm>
            <a:off x="5266127" y="1882341"/>
            <a:ext cx="899244" cy="23925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6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1" grpId="0" animBg="1"/>
      <p:bldP spid="33" grpId="0" animBg="1"/>
      <p:bldP spid="34" grpId="0" animBg="1"/>
      <p:bldP spid="46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A8ECC-7D44-19EC-DACD-D2F7E157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2">
            <a:extLst>
              <a:ext uri="{FF2B5EF4-FFF2-40B4-BE49-F238E27FC236}">
                <a16:creationId xmlns:a16="http://schemas.microsoft.com/office/drawing/2014/main" id="{C42DDAC9-44C3-EAD5-0EF5-A7982A1F588F}"/>
              </a:ext>
            </a:extLst>
          </p:cNvPr>
          <p:cNvSpPr/>
          <p:nvPr/>
        </p:nvSpPr>
        <p:spPr>
          <a:xfrm>
            <a:off x="288471" y="1549400"/>
            <a:ext cx="5188684" cy="3758173"/>
          </a:xfrm>
          <a:prstGeom prst="roundRect">
            <a:avLst/>
          </a:prstGeom>
          <a:gradFill flip="none" rotWithShape="1">
            <a:gsLst>
              <a:gs pos="0">
                <a:srgbClr val="FCE7E3"/>
              </a:gs>
              <a:gs pos="21000">
                <a:srgbClr val="FCE7E3"/>
              </a:gs>
              <a:gs pos="91000">
                <a:srgbClr val="F29B9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Punktequellen	         Datensammlung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9710D68-72E7-71AE-FC3D-792709337C9D}"/>
              </a:ext>
            </a:extLst>
          </p:cNvPr>
          <p:cNvSpPr/>
          <p:nvPr/>
        </p:nvSpPr>
        <p:spPr>
          <a:xfrm>
            <a:off x="288471" y="365125"/>
            <a:ext cx="11615058" cy="9098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Bundesamt für Gerechtigkeit</a:t>
            </a:r>
          </a:p>
        </p:txBody>
      </p:sp>
      <p:sp>
        <p:nvSpPr>
          <p:cNvPr id="30" name="Rechteck: abgerundete Ecken 10">
            <a:extLst>
              <a:ext uri="{FF2B5EF4-FFF2-40B4-BE49-F238E27FC236}">
                <a16:creationId xmlns:a16="http://schemas.microsoft.com/office/drawing/2014/main" id="{675620F3-7E0F-8547-1CE7-30945BF973DB}"/>
              </a:ext>
            </a:extLst>
          </p:cNvPr>
          <p:cNvSpPr/>
          <p:nvPr/>
        </p:nvSpPr>
        <p:spPr>
          <a:xfrm>
            <a:off x="288471" y="5583011"/>
            <a:ext cx="11615058" cy="90986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Demokratie, Gesetz und neue Sozialkredit-Regeln</a:t>
            </a:r>
          </a:p>
        </p:txBody>
      </p:sp>
      <p:sp>
        <p:nvSpPr>
          <p:cNvPr id="33" name="Rechteck: abgerundete Ecken 3">
            <a:extLst>
              <a:ext uri="{FF2B5EF4-FFF2-40B4-BE49-F238E27FC236}">
                <a16:creationId xmlns:a16="http://schemas.microsoft.com/office/drawing/2014/main" id="{954B6225-F986-E164-4049-DA74DF245D09}"/>
              </a:ext>
            </a:extLst>
          </p:cNvPr>
          <p:cNvSpPr/>
          <p:nvPr/>
        </p:nvSpPr>
        <p:spPr>
          <a:xfrm>
            <a:off x="5954342" y="1548374"/>
            <a:ext cx="2736000" cy="3759200"/>
          </a:xfrm>
          <a:prstGeom prst="roundRect">
            <a:avLst/>
          </a:prstGeom>
          <a:solidFill>
            <a:srgbClr val="F847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1600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Punkte-Konto</a:t>
            </a:r>
          </a:p>
        </p:txBody>
      </p:sp>
      <p:sp>
        <p:nvSpPr>
          <p:cNvPr id="34" name="Rechteck: abgerundete Ecken 3">
            <a:extLst>
              <a:ext uri="{FF2B5EF4-FFF2-40B4-BE49-F238E27FC236}">
                <a16:creationId xmlns:a16="http://schemas.microsoft.com/office/drawing/2014/main" id="{0123B021-26FA-79D3-648C-911B6AF3E3B3}"/>
              </a:ext>
            </a:extLst>
          </p:cNvPr>
          <p:cNvSpPr/>
          <p:nvPr/>
        </p:nvSpPr>
        <p:spPr>
          <a:xfrm>
            <a:off x="9167529" y="1548374"/>
            <a:ext cx="2736000" cy="3759200"/>
          </a:xfrm>
          <a:prstGeom prst="roundRect">
            <a:avLst/>
          </a:prstGeom>
          <a:solidFill>
            <a:srgbClr val="FE09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21600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Einflussbereiche</a:t>
            </a:r>
          </a:p>
        </p:txBody>
      </p:sp>
      <p:sp>
        <p:nvSpPr>
          <p:cNvPr id="37" name="Abgerundetes Rechteck 36">
            <a:extLst>
              <a:ext uri="{FF2B5EF4-FFF2-40B4-BE49-F238E27FC236}">
                <a16:creationId xmlns:a16="http://schemas.microsoft.com/office/drawing/2014/main" id="{47904B5A-D99E-E09C-0314-AEF4CFE26A1F}"/>
              </a:ext>
            </a:extLst>
          </p:cNvPr>
          <p:cNvSpPr/>
          <p:nvPr/>
        </p:nvSpPr>
        <p:spPr>
          <a:xfrm>
            <a:off x="666471" y="2506185"/>
            <a:ext cx="1980000" cy="227017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Zivile Verantwortung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Umwelt &amp; Ressourcen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Recht &amp; Gesellschaft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328693B1-05DF-0C6F-A7E8-7373F6FC032F}"/>
              </a:ext>
            </a:extLst>
          </p:cNvPr>
          <p:cNvSpPr/>
          <p:nvPr/>
        </p:nvSpPr>
        <p:spPr>
          <a:xfrm>
            <a:off x="9545529" y="2510725"/>
            <a:ext cx="1980000" cy="2265866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Wohnen &amp; Lebensraum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400" dirty="0">
                <a:solidFill>
                  <a:prstClr val="white"/>
                </a:solidFill>
                <a:latin typeface="Aptos" panose="02110004020202020204"/>
              </a:rPr>
              <a:t>Gemeinschaft &amp; Mobilität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Gesundheit &amp; Vorsorge</a:t>
            </a:r>
          </a:p>
        </p:txBody>
      </p:sp>
      <p:sp>
        <p:nvSpPr>
          <p:cNvPr id="39" name="Abgerundetes Rechteck 38">
            <a:extLst>
              <a:ext uri="{FF2B5EF4-FFF2-40B4-BE49-F238E27FC236}">
                <a16:creationId xmlns:a16="http://schemas.microsoft.com/office/drawing/2014/main" id="{4F15B496-74EA-D5AC-1505-116E22484687}"/>
              </a:ext>
            </a:extLst>
          </p:cNvPr>
          <p:cNvSpPr/>
          <p:nvPr/>
        </p:nvSpPr>
        <p:spPr>
          <a:xfrm>
            <a:off x="6332342" y="2506185"/>
            <a:ext cx="1980000" cy="227017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Online Zugang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Startguthaben mit 0 Punkte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Von -1000 bis +1000 Punkte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 16 Jahren</a:t>
            </a:r>
          </a:p>
        </p:txBody>
      </p:sp>
      <p:sp>
        <p:nvSpPr>
          <p:cNvPr id="40" name="Abgerundetes Rechteck 39">
            <a:extLst>
              <a:ext uri="{FF2B5EF4-FFF2-40B4-BE49-F238E27FC236}">
                <a16:creationId xmlns:a16="http://schemas.microsoft.com/office/drawing/2014/main" id="{171A7880-F155-3548-C48D-0B1BEC515E75}"/>
              </a:ext>
            </a:extLst>
          </p:cNvPr>
          <p:cNvSpPr/>
          <p:nvPr/>
        </p:nvSpPr>
        <p:spPr>
          <a:xfrm>
            <a:off x="3224239" y="2506185"/>
            <a:ext cx="1980000" cy="227017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ysClr val="windowText" lastClr="000000"/>
                </a:solidFill>
              </a:rPr>
              <a:t>Behördliche Register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ysClr val="windowText" lastClr="000000"/>
                </a:solidFill>
              </a:rPr>
              <a:t>Digitale Schnittstellen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ysClr val="windowText" lastClr="000000"/>
                </a:solidFill>
              </a:rPr>
              <a:t>Antragswesen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de-DE" sz="1400" dirty="0">
                <a:solidFill>
                  <a:sysClr val="windowText" lastClr="000000"/>
                </a:solidFill>
              </a:rPr>
              <a:t>Kameras</a:t>
            </a:r>
          </a:p>
        </p:txBody>
      </p:sp>
      <p:sp>
        <p:nvSpPr>
          <p:cNvPr id="44" name="Pfeil nach rechts 43">
            <a:extLst>
              <a:ext uri="{FF2B5EF4-FFF2-40B4-BE49-F238E27FC236}">
                <a16:creationId xmlns:a16="http://schemas.microsoft.com/office/drawing/2014/main" id="{B5DBADBC-424D-8853-894C-F634FE4938C6}"/>
              </a:ext>
            </a:extLst>
          </p:cNvPr>
          <p:cNvSpPr/>
          <p:nvPr/>
        </p:nvSpPr>
        <p:spPr>
          <a:xfrm>
            <a:off x="5311715" y="3309373"/>
            <a:ext cx="900000" cy="23925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78A0FE68-CBAB-B5A2-392A-6F2B3EA8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95" t="25368" r="57367" b="40624"/>
          <a:stretch>
            <a:fillRect/>
          </a:stretch>
        </p:blipFill>
        <p:spPr>
          <a:xfrm>
            <a:off x="10944231" y="442304"/>
            <a:ext cx="670501" cy="762461"/>
          </a:xfrm>
          <a:prstGeom prst="rect">
            <a:avLst/>
          </a:prstGeom>
        </p:spPr>
      </p:pic>
      <p:sp>
        <p:nvSpPr>
          <p:cNvPr id="46" name="Pfeil nach rechts 45">
            <a:extLst>
              <a:ext uri="{FF2B5EF4-FFF2-40B4-BE49-F238E27FC236}">
                <a16:creationId xmlns:a16="http://schemas.microsoft.com/office/drawing/2014/main" id="{471A148D-860B-F154-BC72-CB3E8E13FE81}"/>
              </a:ext>
            </a:extLst>
          </p:cNvPr>
          <p:cNvSpPr/>
          <p:nvPr/>
        </p:nvSpPr>
        <p:spPr>
          <a:xfrm>
            <a:off x="8478936" y="3309373"/>
            <a:ext cx="900000" cy="239254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68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0" grpId="0" animBg="1"/>
      <p:bldP spid="44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65934-F4AE-4B93-8301-B90EC9A6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B503D74-1F72-44AC-70F6-41442D1F0A1B}"/>
              </a:ext>
            </a:extLst>
          </p:cNvPr>
          <p:cNvSpPr/>
          <p:nvPr/>
        </p:nvSpPr>
        <p:spPr>
          <a:xfrm>
            <a:off x="288471" y="365125"/>
            <a:ext cx="11615058" cy="909864"/>
          </a:xfrm>
          <a:prstGeom prst="roundRect">
            <a:avLst/>
          </a:prstGeom>
          <a:solidFill>
            <a:srgbClr val="FCE7E3"/>
          </a:solidFill>
          <a:ln>
            <a:solidFill>
              <a:srgbClr val="FCE7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Punktequellen</a:t>
            </a:r>
          </a:p>
        </p:txBody>
      </p:sp>
      <p:sp>
        <p:nvSpPr>
          <p:cNvPr id="8" name="Rechteck: abgerundete Ecken 2">
            <a:extLst>
              <a:ext uri="{FF2B5EF4-FFF2-40B4-BE49-F238E27FC236}">
                <a16:creationId xmlns:a16="http://schemas.microsoft.com/office/drawing/2014/main" id="{E154085C-51C5-F5E7-5C3B-BD0D828D2B81}"/>
              </a:ext>
            </a:extLst>
          </p:cNvPr>
          <p:cNvSpPr/>
          <p:nvPr/>
        </p:nvSpPr>
        <p:spPr>
          <a:xfrm>
            <a:off x="288470" y="1562516"/>
            <a:ext cx="1123200" cy="1124933"/>
          </a:xfrm>
          <a:prstGeom prst="roundRect">
            <a:avLst/>
          </a:prstGeom>
          <a:solidFill>
            <a:srgbClr val="FBE8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4EC9E0-EA4E-0F38-4AA4-F046EBD29D7B}"/>
              </a:ext>
            </a:extLst>
          </p:cNvPr>
          <p:cNvSpPr txBox="1"/>
          <p:nvPr/>
        </p:nvSpPr>
        <p:spPr>
          <a:xfrm>
            <a:off x="1539879" y="1703441"/>
            <a:ext cx="26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ysClr val="windowText" lastClr="000000"/>
                </a:solidFill>
              </a:rPr>
              <a:t>Zivile Verantwortung</a:t>
            </a:r>
          </a:p>
        </p:txBody>
      </p:sp>
      <p:pic>
        <p:nvPicPr>
          <p:cNvPr id="18" name="Grafik 17" descr="Handschlag Silhouette">
            <a:extLst>
              <a:ext uri="{FF2B5EF4-FFF2-40B4-BE49-F238E27FC236}">
                <a16:creationId xmlns:a16="http://schemas.microsoft.com/office/drawing/2014/main" id="{484A8407-71DA-E724-F969-0B4D17736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870" y="1667782"/>
            <a:ext cx="914400" cy="914400"/>
          </a:xfrm>
          <a:prstGeom prst="rect">
            <a:avLst/>
          </a:prstGeom>
        </p:spPr>
      </p:pic>
      <p:sp>
        <p:nvSpPr>
          <p:cNvPr id="19" name="Rechteck: abgerundete Ecken 2">
            <a:extLst>
              <a:ext uri="{FF2B5EF4-FFF2-40B4-BE49-F238E27FC236}">
                <a16:creationId xmlns:a16="http://schemas.microsoft.com/office/drawing/2014/main" id="{C36C18F2-D42D-88A8-3F9C-F0FD14DB94CA}"/>
              </a:ext>
            </a:extLst>
          </p:cNvPr>
          <p:cNvSpPr/>
          <p:nvPr/>
        </p:nvSpPr>
        <p:spPr>
          <a:xfrm>
            <a:off x="4291118" y="1562515"/>
            <a:ext cx="1123200" cy="1124933"/>
          </a:xfrm>
          <a:prstGeom prst="roundRect">
            <a:avLst/>
          </a:prstGeom>
          <a:solidFill>
            <a:srgbClr val="FBE8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6946DC2-AE3F-F62C-3AD5-EA8155EF4244}"/>
              </a:ext>
            </a:extLst>
          </p:cNvPr>
          <p:cNvSpPr txBox="1"/>
          <p:nvPr/>
        </p:nvSpPr>
        <p:spPr>
          <a:xfrm>
            <a:off x="5542529" y="1709482"/>
            <a:ext cx="26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ysClr val="windowText" lastClr="000000"/>
                </a:solidFill>
              </a:rPr>
              <a:t>Umwelt &amp; </a:t>
            </a:r>
            <a:r>
              <a:rPr lang="de-DE" sz="2400" b="1" dirty="0" err="1">
                <a:solidFill>
                  <a:sysClr val="windowText" lastClr="000000"/>
                </a:solidFill>
              </a:rPr>
              <a:t>Ressoucen</a:t>
            </a:r>
            <a:endParaRPr lang="de-DE" sz="2400" b="1" dirty="0">
              <a:solidFill>
                <a:sysClr val="windowText" lastClr="000000"/>
              </a:solidFill>
            </a:endParaRPr>
          </a:p>
        </p:txBody>
      </p:sp>
      <p:pic>
        <p:nvPicPr>
          <p:cNvPr id="16" name="Grafik 15" descr="Offene Hand mit Pflanze Silhouette">
            <a:extLst>
              <a:ext uri="{FF2B5EF4-FFF2-40B4-BE49-F238E27FC236}">
                <a16:creationId xmlns:a16="http://schemas.microsoft.com/office/drawing/2014/main" id="{B75FE945-0768-7878-D2AB-EF574FE5E4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5519" y="1667780"/>
            <a:ext cx="914400" cy="914400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B24D985-0296-8EBD-7D51-C385AB96FF3F}"/>
              </a:ext>
            </a:extLst>
          </p:cNvPr>
          <p:cNvSpPr txBox="1"/>
          <p:nvPr/>
        </p:nvSpPr>
        <p:spPr>
          <a:xfrm>
            <a:off x="9547145" y="1703441"/>
            <a:ext cx="26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ysClr val="windowText" lastClr="000000"/>
                </a:solidFill>
              </a:rPr>
              <a:t>Recht &amp; Gesellschaft</a:t>
            </a:r>
          </a:p>
        </p:txBody>
      </p:sp>
      <p:sp>
        <p:nvSpPr>
          <p:cNvPr id="22" name="Rechteck: abgerundete Ecken 2">
            <a:extLst>
              <a:ext uri="{FF2B5EF4-FFF2-40B4-BE49-F238E27FC236}">
                <a16:creationId xmlns:a16="http://schemas.microsoft.com/office/drawing/2014/main" id="{FBFB13AD-B754-7DAE-77C4-458CBD9020C2}"/>
              </a:ext>
            </a:extLst>
          </p:cNvPr>
          <p:cNvSpPr/>
          <p:nvPr/>
        </p:nvSpPr>
        <p:spPr>
          <a:xfrm>
            <a:off x="8293766" y="1556474"/>
            <a:ext cx="1123200" cy="1124933"/>
          </a:xfrm>
          <a:prstGeom prst="roundRect">
            <a:avLst/>
          </a:prstGeom>
          <a:solidFill>
            <a:srgbClr val="FBE8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" name="Grafik 13" descr="Waage der Justitia Silhouette">
            <a:extLst>
              <a:ext uri="{FF2B5EF4-FFF2-40B4-BE49-F238E27FC236}">
                <a16:creationId xmlns:a16="http://schemas.microsoft.com/office/drawing/2014/main" id="{687F02E4-4A3A-078B-C9E9-DBD4B1B88C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8166" y="16617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9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9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CDFB7-2039-BFC0-F2DA-571F9458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2119164-4031-15A2-2963-6CCEA6114C7B}"/>
              </a:ext>
            </a:extLst>
          </p:cNvPr>
          <p:cNvSpPr/>
          <p:nvPr/>
        </p:nvSpPr>
        <p:spPr>
          <a:xfrm>
            <a:off x="288471" y="365125"/>
            <a:ext cx="11615058" cy="909864"/>
          </a:xfrm>
          <a:prstGeom prst="roundRect">
            <a:avLst/>
          </a:prstGeom>
          <a:solidFill>
            <a:srgbClr val="F29B93"/>
          </a:solidFill>
          <a:ln>
            <a:solidFill>
              <a:srgbClr val="F29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Datensammlung</a:t>
            </a:r>
          </a:p>
        </p:txBody>
      </p:sp>
      <p:sp>
        <p:nvSpPr>
          <p:cNvPr id="8" name="Rechteck: abgerundete Ecken 2">
            <a:extLst>
              <a:ext uri="{FF2B5EF4-FFF2-40B4-BE49-F238E27FC236}">
                <a16:creationId xmlns:a16="http://schemas.microsoft.com/office/drawing/2014/main" id="{1F5409EA-0EA5-324B-BB82-CFDE5735E14A}"/>
              </a:ext>
            </a:extLst>
          </p:cNvPr>
          <p:cNvSpPr/>
          <p:nvPr/>
        </p:nvSpPr>
        <p:spPr>
          <a:xfrm>
            <a:off x="288470" y="1562517"/>
            <a:ext cx="914400" cy="909864"/>
          </a:xfrm>
          <a:prstGeom prst="roundRect">
            <a:avLst/>
          </a:prstGeom>
          <a:solidFill>
            <a:srgbClr val="F29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8CD2C3D-5813-3121-2B95-7D9BAF0BEEAD}"/>
              </a:ext>
            </a:extLst>
          </p:cNvPr>
          <p:cNvSpPr txBox="1"/>
          <p:nvPr/>
        </p:nvSpPr>
        <p:spPr>
          <a:xfrm>
            <a:off x="1331080" y="1725061"/>
            <a:ext cx="2623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ysClr val="windowText" lastClr="000000"/>
                </a:solidFill>
              </a:rPr>
              <a:t>Behördliche</a:t>
            </a:r>
          </a:p>
          <a:p>
            <a:r>
              <a:rPr lang="de-DE" sz="1600" b="1" dirty="0">
                <a:solidFill>
                  <a:sysClr val="windowText" lastClr="000000"/>
                </a:solidFill>
              </a:rPr>
              <a:t>Register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9CA8602-8139-278A-1DD8-D55BE9CCD7D7}"/>
              </a:ext>
            </a:extLst>
          </p:cNvPr>
          <p:cNvSpPr txBox="1"/>
          <p:nvPr/>
        </p:nvSpPr>
        <p:spPr>
          <a:xfrm>
            <a:off x="4286701" y="1725060"/>
            <a:ext cx="1414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ysClr val="windowText" lastClr="000000"/>
                </a:solidFill>
              </a:rPr>
              <a:t>Digitale</a:t>
            </a:r>
          </a:p>
          <a:p>
            <a:r>
              <a:rPr lang="de-DE" sz="1600" b="1" dirty="0">
                <a:solidFill>
                  <a:sysClr val="windowText" lastClr="000000"/>
                </a:solidFill>
              </a:rPr>
              <a:t>Schnittstelle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6586597-6F1E-EAC8-7D0F-961AE158729C}"/>
              </a:ext>
            </a:extLst>
          </p:cNvPr>
          <p:cNvSpPr txBox="1"/>
          <p:nvPr/>
        </p:nvSpPr>
        <p:spPr>
          <a:xfrm>
            <a:off x="10202741" y="1848170"/>
            <a:ext cx="1917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ysClr val="windowText" lastClr="000000"/>
                </a:solidFill>
              </a:rPr>
              <a:t>Antragswesen</a:t>
            </a:r>
          </a:p>
        </p:txBody>
      </p:sp>
      <p:pic>
        <p:nvPicPr>
          <p:cNvPr id="6" name="Grafik 5" descr="Adressbuch Silhouette">
            <a:extLst>
              <a:ext uri="{FF2B5EF4-FFF2-40B4-BE49-F238E27FC236}">
                <a16:creationId xmlns:a16="http://schemas.microsoft.com/office/drawing/2014/main" id="{04268542-3CD5-55FE-F06C-A57EE8CB1D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670" y="1621447"/>
            <a:ext cx="792000" cy="792000"/>
          </a:xfrm>
          <a:prstGeom prst="rect">
            <a:avLst/>
          </a:prstGeom>
        </p:spPr>
      </p:pic>
      <p:sp>
        <p:nvSpPr>
          <p:cNvPr id="7" name="Rechteck: abgerundete Ecken 2">
            <a:extLst>
              <a:ext uri="{FF2B5EF4-FFF2-40B4-BE49-F238E27FC236}">
                <a16:creationId xmlns:a16="http://schemas.microsoft.com/office/drawing/2014/main" id="{45E476F1-AC3A-0F0C-98D4-45DE06173C8D}"/>
              </a:ext>
            </a:extLst>
          </p:cNvPr>
          <p:cNvSpPr/>
          <p:nvPr/>
        </p:nvSpPr>
        <p:spPr>
          <a:xfrm>
            <a:off x="3246490" y="1562517"/>
            <a:ext cx="914400" cy="909864"/>
          </a:xfrm>
          <a:prstGeom prst="roundRect">
            <a:avLst/>
          </a:prstGeom>
          <a:solidFill>
            <a:srgbClr val="F29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hteck: abgerundete Ecken 2">
            <a:extLst>
              <a:ext uri="{FF2B5EF4-FFF2-40B4-BE49-F238E27FC236}">
                <a16:creationId xmlns:a16="http://schemas.microsoft.com/office/drawing/2014/main" id="{85B65FA5-AA92-1ECB-8DAD-E28F8F155272}"/>
              </a:ext>
            </a:extLst>
          </p:cNvPr>
          <p:cNvSpPr/>
          <p:nvPr/>
        </p:nvSpPr>
        <p:spPr>
          <a:xfrm>
            <a:off x="9162530" y="1587063"/>
            <a:ext cx="914400" cy="909864"/>
          </a:xfrm>
          <a:prstGeom prst="roundRect">
            <a:avLst/>
          </a:prstGeom>
          <a:solidFill>
            <a:srgbClr val="F29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hteck: abgerundete Ecken 2">
            <a:extLst>
              <a:ext uri="{FF2B5EF4-FFF2-40B4-BE49-F238E27FC236}">
                <a16:creationId xmlns:a16="http://schemas.microsoft.com/office/drawing/2014/main" id="{6553D4DE-4F9C-972A-C51E-7853DAB635EE}"/>
              </a:ext>
            </a:extLst>
          </p:cNvPr>
          <p:cNvSpPr/>
          <p:nvPr/>
        </p:nvSpPr>
        <p:spPr>
          <a:xfrm>
            <a:off x="6204510" y="1562516"/>
            <a:ext cx="914400" cy="909864"/>
          </a:xfrm>
          <a:prstGeom prst="roundRect">
            <a:avLst/>
          </a:prstGeom>
          <a:solidFill>
            <a:srgbClr val="F29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ED0682F-F32E-EFAD-9E1F-201C5AE87C46}"/>
              </a:ext>
            </a:extLst>
          </p:cNvPr>
          <p:cNvSpPr txBox="1"/>
          <p:nvPr/>
        </p:nvSpPr>
        <p:spPr>
          <a:xfrm>
            <a:off x="7244721" y="1872718"/>
            <a:ext cx="1414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ysClr val="windowText" lastClr="000000"/>
                </a:solidFill>
              </a:rPr>
              <a:t>Kameras</a:t>
            </a:r>
          </a:p>
        </p:txBody>
      </p:sp>
      <p:pic>
        <p:nvPicPr>
          <p:cNvPr id="4" name="Grafik 3" descr="Überwachungskamera Silhouette">
            <a:extLst>
              <a:ext uri="{FF2B5EF4-FFF2-40B4-BE49-F238E27FC236}">
                <a16:creationId xmlns:a16="http://schemas.microsoft.com/office/drawing/2014/main" id="{8B1A8F7D-0AB0-A31C-C34E-BA88C87B2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5710" y="1645995"/>
            <a:ext cx="792000" cy="792000"/>
          </a:xfrm>
          <a:prstGeom prst="rect">
            <a:avLst/>
          </a:prstGeom>
        </p:spPr>
      </p:pic>
      <p:pic>
        <p:nvPicPr>
          <p:cNvPr id="24" name="Grafik 23" descr="Umschlag öffnen Silhouette">
            <a:extLst>
              <a:ext uri="{FF2B5EF4-FFF2-40B4-BE49-F238E27FC236}">
                <a16:creationId xmlns:a16="http://schemas.microsoft.com/office/drawing/2014/main" id="{F2332330-3BB7-B956-93FD-B7D0952A6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3730" y="1621447"/>
            <a:ext cx="792000" cy="792000"/>
          </a:xfrm>
          <a:prstGeom prst="rect">
            <a:avLst/>
          </a:prstGeom>
        </p:spPr>
      </p:pic>
      <p:pic>
        <p:nvPicPr>
          <p:cNvPr id="26" name="Grafik 25" descr="Smartphone Silhouette">
            <a:extLst>
              <a:ext uri="{FF2B5EF4-FFF2-40B4-BE49-F238E27FC236}">
                <a16:creationId xmlns:a16="http://schemas.microsoft.com/office/drawing/2014/main" id="{EADFA881-5124-7C8B-C633-72B029BB3D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7690" y="1621447"/>
            <a:ext cx="792000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4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7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88DD4-BFCF-842B-B843-EBF9BF18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feil nach links und rechts 1">
            <a:extLst>
              <a:ext uri="{FF2B5EF4-FFF2-40B4-BE49-F238E27FC236}">
                <a16:creationId xmlns:a16="http://schemas.microsoft.com/office/drawing/2014/main" id="{3718B3F9-1969-72B4-914F-4EE6BED8A31E}"/>
              </a:ext>
            </a:extLst>
          </p:cNvPr>
          <p:cNvSpPr/>
          <p:nvPr/>
        </p:nvSpPr>
        <p:spPr>
          <a:xfrm>
            <a:off x="288471" y="3069000"/>
            <a:ext cx="11615058" cy="720000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Dreieck 3">
            <a:extLst>
              <a:ext uri="{FF2B5EF4-FFF2-40B4-BE49-F238E27FC236}">
                <a16:creationId xmlns:a16="http://schemas.microsoft.com/office/drawing/2014/main" id="{62E2CBC8-0868-A6EA-E24E-2E2F8D9E6D57}"/>
              </a:ext>
            </a:extLst>
          </p:cNvPr>
          <p:cNvSpPr/>
          <p:nvPr/>
        </p:nvSpPr>
        <p:spPr>
          <a:xfrm rot="10800000">
            <a:off x="6015681" y="2908362"/>
            <a:ext cx="160637" cy="16063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Pfeil nach links 4">
            <a:extLst>
              <a:ext uri="{FF2B5EF4-FFF2-40B4-BE49-F238E27FC236}">
                <a16:creationId xmlns:a16="http://schemas.microsoft.com/office/drawing/2014/main" id="{DD993A08-CB9E-AE07-BD48-1382ACEEE610}"/>
              </a:ext>
            </a:extLst>
          </p:cNvPr>
          <p:cNvSpPr/>
          <p:nvPr/>
        </p:nvSpPr>
        <p:spPr>
          <a:xfrm>
            <a:off x="288467" y="3069000"/>
            <a:ext cx="2331441" cy="720000"/>
          </a:xfrm>
          <a:prstGeom prst="leftArrow">
            <a:avLst/>
          </a:prstGeom>
          <a:solidFill>
            <a:srgbClr val="BD0B1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 nach rechts 5">
            <a:extLst>
              <a:ext uri="{FF2B5EF4-FFF2-40B4-BE49-F238E27FC236}">
                <a16:creationId xmlns:a16="http://schemas.microsoft.com/office/drawing/2014/main" id="{6D027B9A-A72D-6076-8B1A-9D0FB46AF62B}"/>
              </a:ext>
            </a:extLst>
          </p:cNvPr>
          <p:cNvSpPr/>
          <p:nvPr/>
        </p:nvSpPr>
        <p:spPr>
          <a:xfrm>
            <a:off x="9563515" y="3069000"/>
            <a:ext cx="2335605" cy="720000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351E182-2F44-8F86-773A-19D5112ACA61}"/>
              </a:ext>
            </a:extLst>
          </p:cNvPr>
          <p:cNvSpPr/>
          <p:nvPr/>
        </p:nvSpPr>
        <p:spPr>
          <a:xfrm>
            <a:off x="6098877" y="3249612"/>
            <a:ext cx="1160637" cy="358776"/>
          </a:xfrm>
          <a:prstGeom prst="rect">
            <a:avLst/>
          </a:prstGeom>
          <a:solidFill>
            <a:srgbClr val="196B24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909CB7C-0856-1E00-E22C-213D942FC22A}"/>
              </a:ext>
            </a:extLst>
          </p:cNvPr>
          <p:cNvSpPr/>
          <p:nvPr/>
        </p:nvSpPr>
        <p:spPr>
          <a:xfrm>
            <a:off x="4919500" y="3249612"/>
            <a:ext cx="1179375" cy="358776"/>
          </a:xfrm>
          <a:prstGeom prst="rect">
            <a:avLst/>
          </a:prstGeom>
          <a:solidFill>
            <a:srgbClr val="BD0B10">
              <a:alpha val="50196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FFDE2FF-3436-FCA0-30AB-5160F7F55D9A}"/>
              </a:ext>
            </a:extLst>
          </p:cNvPr>
          <p:cNvSpPr/>
          <p:nvPr/>
        </p:nvSpPr>
        <p:spPr>
          <a:xfrm>
            <a:off x="2619909" y="3249612"/>
            <a:ext cx="2299588" cy="358776"/>
          </a:xfrm>
          <a:prstGeom prst="rect">
            <a:avLst/>
          </a:prstGeom>
          <a:solidFill>
            <a:srgbClr val="BD0B10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FC589A2-E4FD-F75D-97B3-6162192DD6BE}"/>
              </a:ext>
            </a:extLst>
          </p:cNvPr>
          <p:cNvSpPr/>
          <p:nvPr/>
        </p:nvSpPr>
        <p:spPr>
          <a:xfrm>
            <a:off x="7259515" y="3249612"/>
            <a:ext cx="2304000" cy="358776"/>
          </a:xfrm>
          <a:prstGeom prst="rect">
            <a:avLst/>
          </a:prstGeom>
          <a:solidFill>
            <a:srgbClr val="196B24">
              <a:alpha val="74902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Dreieck 16">
            <a:extLst>
              <a:ext uri="{FF2B5EF4-FFF2-40B4-BE49-F238E27FC236}">
                <a16:creationId xmlns:a16="http://schemas.microsoft.com/office/drawing/2014/main" id="{340D6FDF-4EB2-2D3D-A5A6-41B9B694AE3F}"/>
              </a:ext>
            </a:extLst>
          </p:cNvPr>
          <p:cNvSpPr/>
          <p:nvPr/>
        </p:nvSpPr>
        <p:spPr>
          <a:xfrm rot="10800000">
            <a:off x="8331196" y="2906850"/>
            <a:ext cx="160637" cy="16063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Dreieck 22">
            <a:extLst>
              <a:ext uri="{FF2B5EF4-FFF2-40B4-BE49-F238E27FC236}">
                <a16:creationId xmlns:a16="http://schemas.microsoft.com/office/drawing/2014/main" id="{72A400DA-4236-7C7B-EE52-BA4182EB9598}"/>
              </a:ext>
            </a:extLst>
          </p:cNvPr>
          <p:cNvSpPr/>
          <p:nvPr/>
        </p:nvSpPr>
        <p:spPr>
          <a:xfrm rot="10800000">
            <a:off x="3689385" y="2906849"/>
            <a:ext cx="160637" cy="16063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Dreieck 23">
            <a:extLst>
              <a:ext uri="{FF2B5EF4-FFF2-40B4-BE49-F238E27FC236}">
                <a16:creationId xmlns:a16="http://schemas.microsoft.com/office/drawing/2014/main" id="{C1A66151-9F2B-40FC-EFDD-839891E06BBA}"/>
              </a:ext>
            </a:extLst>
          </p:cNvPr>
          <p:cNvSpPr/>
          <p:nvPr/>
        </p:nvSpPr>
        <p:spPr>
          <a:xfrm rot="10800000">
            <a:off x="10646711" y="2906849"/>
            <a:ext cx="160637" cy="16063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E51A9FF8-DBA8-935E-2054-0E05CDE62970}"/>
              </a:ext>
            </a:extLst>
          </p:cNvPr>
          <p:cNvCxnSpPr/>
          <p:nvPr/>
        </p:nvCxnSpPr>
        <p:spPr>
          <a:xfrm>
            <a:off x="2619908" y="3609000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21B04927-2048-7461-244D-32D1936022B4}"/>
              </a:ext>
            </a:extLst>
          </p:cNvPr>
          <p:cNvCxnSpPr/>
          <p:nvPr/>
        </p:nvCxnSpPr>
        <p:spPr>
          <a:xfrm>
            <a:off x="7259515" y="3609000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>
            <a:extLst>
              <a:ext uri="{FF2B5EF4-FFF2-40B4-BE49-F238E27FC236}">
                <a16:creationId xmlns:a16="http://schemas.microsoft.com/office/drawing/2014/main" id="{ABCD7175-170F-B472-EEFF-9C02D6D61ED1}"/>
              </a:ext>
            </a:extLst>
          </p:cNvPr>
          <p:cNvCxnSpPr/>
          <p:nvPr/>
        </p:nvCxnSpPr>
        <p:spPr>
          <a:xfrm>
            <a:off x="6096000" y="3609000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91749BAF-0898-C5E0-0D19-384F50D6BF42}"/>
              </a:ext>
            </a:extLst>
          </p:cNvPr>
          <p:cNvCxnSpPr/>
          <p:nvPr/>
        </p:nvCxnSpPr>
        <p:spPr>
          <a:xfrm>
            <a:off x="4919500" y="3609000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29">
            <a:extLst>
              <a:ext uri="{FF2B5EF4-FFF2-40B4-BE49-F238E27FC236}">
                <a16:creationId xmlns:a16="http://schemas.microsoft.com/office/drawing/2014/main" id="{5DA2302D-10BD-C91E-1CDA-93DF6C7133C0}"/>
              </a:ext>
            </a:extLst>
          </p:cNvPr>
          <p:cNvCxnSpPr/>
          <p:nvPr/>
        </p:nvCxnSpPr>
        <p:spPr>
          <a:xfrm>
            <a:off x="9563515" y="3609000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DF6ED7F9-0FFB-C078-0CEA-7B0B8AC265C1}"/>
              </a:ext>
            </a:extLst>
          </p:cNvPr>
          <p:cNvSpPr txBox="1"/>
          <p:nvPr/>
        </p:nvSpPr>
        <p:spPr>
          <a:xfrm>
            <a:off x="4919497" y="2506458"/>
            <a:ext cx="234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Basis</a:t>
            </a:r>
          </a:p>
        </p:txBody>
      </p:sp>
      <p:sp>
        <p:nvSpPr>
          <p:cNvPr id="35" name="Dreieck 34">
            <a:extLst>
              <a:ext uri="{FF2B5EF4-FFF2-40B4-BE49-F238E27FC236}">
                <a16:creationId xmlns:a16="http://schemas.microsoft.com/office/drawing/2014/main" id="{C2108560-F1B6-7478-2312-B3181E559DB6}"/>
              </a:ext>
            </a:extLst>
          </p:cNvPr>
          <p:cNvSpPr/>
          <p:nvPr/>
        </p:nvSpPr>
        <p:spPr>
          <a:xfrm rot="10800000">
            <a:off x="1373869" y="2906849"/>
            <a:ext cx="160637" cy="160638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769B363F-716C-F11D-52EF-D57F1527B122}"/>
              </a:ext>
            </a:extLst>
          </p:cNvPr>
          <p:cNvSpPr txBox="1"/>
          <p:nvPr/>
        </p:nvSpPr>
        <p:spPr>
          <a:xfrm>
            <a:off x="7259514" y="2504946"/>
            <a:ext cx="230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Vorbild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371E7C21-BAC7-9D05-B618-D68BE794CA28}"/>
              </a:ext>
            </a:extLst>
          </p:cNvPr>
          <p:cNvSpPr txBox="1"/>
          <p:nvPr/>
        </p:nvSpPr>
        <p:spPr>
          <a:xfrm>
            <a:off x="9563515" y="2502862"/>
            <a:ext cx="2335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Exzellenz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AD1CD86-6746-23EE-524D-B27E226C1E00}"/>
              </a:ext>
            </a:extLst>
          </p:cNvPr>
          <p:cNvSpPr txBox="1"/>
          <p:nvPr/>
        </p:nvSpPr>
        <p:spPr>
          <a:xfrm>
            <a:off x="2628485" y="2502862"/>
            <a:ext cx="230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Reflexion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9C9BCE6F-47CB-108C-8AE2-DC22C321F4C7}"/>
              </a:ext>
            </a:extLst>
          </p:cNvPr>
          <p:cNvSpPr txBox="1"/>
          <p:nvPr/>
        </p:nvSpPr>
        <p:spPr>
          <a:xfrm>
            <a:off x="288467" y="2499266"/>
            <a:ext cx="232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Integration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9C04F48-A346-BDB5-6F90-175B87C37CC4}"/>
              </a:ext>
            </a:extLst>
          </p:cNvPr>
          <p:cNvSpPr txBox="1"/>
          <p:nvPr/>
        </p:nvSpPr>
        <p:spPr>
          <a:xfrm>
            <a:off x="288467" y="398940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- 1000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BBE9E50B-95C5-DEEA-28D4-FBDDAD05514E}"/>
              </a:ext>
            </a:extLst>
          </p:cNvPr>
          <p:cNvSpPr txBox="1"/>
          <p:nvPr/>
        </p:nvSpPr>
        <p:spPr>
          <a:xfrm>
            <a:off x="10988978" y="398940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+ 1000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63778E0-3693-CBFD-256F-62644EF6FBB3}"/>
              </a:ext>
            </a:extLst>
          </p:cNvPr>
          <p:cNvSpPr txBox="1"/>
          <p:nvPr/>
        </p:nvSpPr>
        <p:spPr>
          <a:xfrm>
            <a:off x="5634434" y="398940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0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EB0BCB14-9903-4DAA-F9B9-E4DF066578E0}"/>
              </a:ext>
            </a:extLst>
          </p:cNvPr>
          <p:cNvSpPr txBox="1"/>
          <p:nvPr/>
        </p:nvSpPr>
        <p:spPr>
          <a:xfrm>
            <a:off x="4464426" y="398643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- 250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DE42FE4-39A4-3841-2413-E1139185CBA4}"/>
              </a:ext>
            </a:extLst>
          </p:cNvPr>
          <p:cNvSpPr txBox="1"/>
          <p:nvPr/>
        </p:nvSpPr>
        <p:spPr>
          <a:xfrm>
            <a:off x="6804442" y="398940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+ 250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8A46550A-C40A-C3AA-2919-48AD77C1E20B}"/>
              </a:ext>
            </a:extLst>
          </p:cNvPr>
          <p:cNvSpPr txBox="1"/>
          <p:nvPr/>
        </p:nvSpPr>
        <p:spPr>
          <a:xfrm>
            <a:off x="9108444" y="398940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+ 750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ABE2123A-AE2D-EC1F-E769-E135A19D2E1D}"/>
              </a:ext>
            </a:extLst>
          </p:cNvPr>
          <p:cNvSpPr txBox="1"/>
          <p:nvPr/>
        </p:nvSpPr>
        <p:spPr>
          <a:xfrm>
            <a:off x="2173415" y="3989402"/>
            <a:ext cx="91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- 750</a:t>
            </a:r>
          </a:p>
        </p:txBody>
      </p:sp>
    </p:spTree>
    <p:extLst>
      <p:ext uri="{BB962C8B-B14F-4D97-AF65-F5344CB8AC3E}">
        <p14:creationId xmlns:p14="http://schemas.microsoft.com/office/powerpoint/2010/main" val="2864976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2F7842-AAA8-C030-9FC8-D08EFB6D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1220F73-5EE2-BDB1-4283-09C76D8B970E}"/>
              </a:ext>
            </a:extLst>
          </p:cNvPr>
          <p:cNvSpPr/>
          <p:nvPr/>
        </p:nvSpPr>
        <p:spPr>
          <a:xfrm>
            <a:off x="288471" y="365125"/>
            <a:ext cx="11615058" cy="909864"/>
          </a:xfrm>
          <a:prstGeom prst="roundRect">
            <a:avLst/>
          </a:prstGeom>
          <a:solidFill>
            <a:srgbClr val="FE0905"/>
          </a:solidFill>
          <a:ln>
            <a:solidFill>
              <a:srgbClr val="FE09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Einflussbereiche</a:t>
            </a:r>
          </a:p>
        </p:txBody>
      </p:sp>
      <p:sp>
        <p:nvSpPr>
          <p:cNvPr id="8" name="Rechteck: abgerundete Ecken 2">
            <a:extLst>
              <a:ext uri="{FF2B5EF4-FFF2-40B4-BE49-F238E27FC236}">
                <a16:creationId xmlns:a16="http://schemas.microsoft.com/office/drawing/2014/main" id="{55FCAAF6-A70D-4BC3-D341-74CE947F1658}"/>
              </a:ext>
            </a:extLst>
          </p:cNvPr>
          <p:cNvSpPr/>
          <p:nvPr/>
        </p:nvSpPr>
        <p:spPr>
          <a:xfrm>
            <a:off x="288470" y="1562516"/>
            <a:ext cx="1123200" cy="1124933"/>
          </a:xfrm>
          <a:prstGeom prst="roundRect">
            <a:avLst/>
          </a:prstGeom>
          <a:solidFill>
            <a:srgbClr val="FE0905"/>
          </a:solidFill>
          <a:ln>
            <a:solidFill>
              <a:srgbClr val="FE09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CF3C23-42B4-12E5-2E6B-DAE389D78116}"/>
              </a:ext>
            </a:extLst>
          </p:cNvPr>
          <p:cNvSpPr txBox="1"/>
          <p:nvPr/>
        </p:nvSpPr>
        <p:spPr>
          <a:xfrm>
            <a:off x="1539880" y="1816556"/>
            <a:ext cx="26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ysClr val="windowText" lastClr="000000"/>
                </a:solidFill>
              </a:rPr>
              <a:t>Wohnen &amp; Lebensraum</a:t>
            </a:r>
          </a:p>
        </p:txBody>
      </p:sp>
      <p:sp>
        <p:nvSpPr>
          <p:cNvPr id="19" name="Rechteck: abgerundete Ecken 2">
            <a:extLst>
              <a:ext uri="{FF2B5EF4-FFF2-40B4-BE49-F238E27FC236}">
                <a16:creationId xmlns:a16="http://schemas.microsoft.com/office/drawing/2014/main" id="{C7EA3500-324E-2B09-8736-5960DC0F0A40}"/>
              </a:ext>
            </a:extLst>
          </p:cNvPr>
          <p:cNvSpPr/>
          <p:nvPr/>
        </p:nvSpPr>
        <p:spPr>
          <a:xfrm>
            <a:off x="4291118" y="1562515"/>
            <a:ext cx="1123200" cy="1124933"/>
          </a:xfrm>
          <a:prstGeom prst="roundRect">
            <a:avLst/>
          </a:prstGeom>
          <a:solidFill>
            <a:srgbClr val="FE0905"/>
          </a:solidFill>
          <a:ln>
            <a:solidFill>
              <a:srgbClr val="FE09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2C63F14-B21E-9130-900E-5815F317A1FC}"/>
              </a:ext>
            </a:extLst>
          </p:cNvPr>
          <p:cNvSpPr txBox="1"/>
          <p:nvPr/>
        </p:nvSpPr>
        <p:spPr>
          <a:xfrm>
            <a:off x="5542529" y="1709482"/>
            <a:ext cx="26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ysClr val="windowText" lastClr="000000"/>
                </a:solidFill>
              </a:rPr>
              <a:t>Gemeinschaft &amp; Mobilität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3F9BBA-849A-4370-74A7-EE3281DFE9EF}"/>
              </a:ext>
            </a:extLst>
          </p:cNvPr>
          <p:cNvSpPr txBox="1"/>
          <p:nvPr/>
        </p:nvSpPr>
        <p:spPr>
          <a:xfrm>
            <a:off x="9547145" y="1703441"/>
            <a:ext cx="2623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>
                <a:solidFill>
                  <a:sysClr val="windowText" lastClr="000000"/>
                </a:solidFill>
              </a:rPr>
              <a:t>Gesundheit &amp; Vorsorge</a:t>
            </a:r>
          </a:p>
        </p:txBody>
      </p:sp>
      <p:sp>
        <p:nvSpPr>
          <p:cNvPr id="22" name="Rechteck: abgerundete Ecken 2">
            <a:extLst>
              <a:ext uri="{FF2B5EF4-FFF2-40B4-BE49-F238E27FC236}">
                <a16:creationId xmlns:a16="http://schemas.microsoft.com/office/drawing/2014/main" id="{19B08BCF-16A9-71A4-6C1D-1844DF04DF1C}"/>
              </a:ext>
            </a:extLst>
          </p:cNvPr>
          <p:cNvSpPr/>
          <p:nvPr/>
        </p:nvSpPr>
        <p:spPr>
          <a:xfrm>
            <a:off x="8293766" y="1556474"/>
            <a:ext cx="1123200" cy="1124933"/>
          </a:xfrm>
          <a:prstGeom prst="roundRect">
            <a:avLst/>
          </a:prstGeom>
          <a:solidFill>
            <a:srgbClr val="FE0905"/>
          </a:solidFill>
          <a:ln>
            <a:solidFill>
              <a:srgbClr val="FE09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Grafik 8" descr="Start Silhouette">
            <a:extLst>
              <a:ext uri="{FF2B5EF4-FFF2-40B4-BE49-F238E27FC236}">
                <a16:creationId xmlns:a16="http://schemas.microsoft.com/office/drawing/2014/main" id="{426E1C6B-5D45-9DE8-7B05-73F5FD2F9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870" y="1661739"/>
            <a:ext cx="914400" cy="914400"/>
          </a:xfrm>
          <a:prstGeom prst="rect">
            <a:avLst/>
          </a:prstGeom>
        </p:spPr>
      </p:pic>
      <p:pic>
        <p:nvPicPr>
          <p:cNvPr id="6" name="Grafik 5" descr="Zug Silhouette">
            <a:extLst>
              <a:ext uri="{FF2B5EF4-FFF2-40B4-BE49-F238E27FC236}">
                <a16:creationId xmlns:a16="http://schemas.microsoft.com/office/drawing/2014/main" id="{86C2054C-D218-B2F4-37BF-805AA2476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5518" y="1661739"/>
            <a:ext cx="914400" cy="914400"/>
          </a:xfrm>
          <a:prstGeom prst="rect">
            <a:avLst/>
          </a:prstGeom>
        </p:spPr>
      </p:pic>
      <p:pic>
        <p:nvPicPr>
          <p:cNvPr id="12" name="Grafik 11" descr="Yoga Silhouette">
            <a:extLst>
              <a:ext uri="{FF2B5EF4-FFF2-40B4-BE49-F238E27FC236}">
                <a16:creationId xmlns:a16="http://schemas.microsoft.com/office/drawing/2014/main" id="{FF22923F-C230-9379-FD0E-030218742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8166" y="16617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3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9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eb38cb-94e4-4c95-a27c-34d86aa45087">
      <Terms xmlns="http://schemas.microsoft.com/office/infopath/2007/PartnerControls"/>
    </lcf76f155ced4ddcb4097134ff3c332f>
    <TaxCatchAll xmlns="c891214c-57c7-4994-a9ab-f2371e5333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8F92582C0E84A8EEF2C450DD32ECA" ma:contentTypeVersion="10" ma:contentTypeDescription="Create a new document." ma:contentTypeScope="" ma:versionID="ae170c42dc5908a6579d46ec8251bed5">
  <xsd:schema xmlns:xsd="http://www.w3.org/2001/XMLSchema" xmlns:xs="http://www.w3.org/2001/XMLSchema" xmlns:p="http://schemas.microsoft.com/office/2006/metadata/properties" xmlns:ns2="75eb38cb-94e4-4c95-a27c-34d86aa45087" xmlns:ns3="c891214c-57c7-4994-a9ab-f2371e5333a5" targetNamespace="http://schemas.microsoft.com/office/2006/metadata/properties" ma:root="true" ma:fieldsID="ffdbaeafdfb11495cdb57f9909504354" ns2:_="" ns3:_="">
    <xsd:import namespace="75eb38cb-94e4-4c95-a27c-34d86aa45087"/>
    <xsd:import namespace="c891214c-57c7-4994-a9ab-f2371e5333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b38cb-94e4-4c95-a27c-34d86aa450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6e639ec-35b1-4635-902a-5d54595023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91214c-57c7-4994-a9ab-f2371e5333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13c5231-8437-4335-be39-ee6e1a41bc4b}" ma:internalName="TaxCatchAll" ma:showField="CatchAllData" ma:web="c891214c-57c7-4994-a9ab-f2371e5333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F8A053-D075-44AC-8B83-326E27C7A686}">
  <ds:schemaRefs>
    <ds:schemaRef ds:uri="http://purl.org/dc/elements/1.1/"/>
    <ds:schemaRef ds:uri="http://purl.org/dc/terms/"/>
    <ds:schemaRef ds:uri="http://schemas.microsoft.com/office/2006/documentManagement/types"/>
    <ds:schemaRef ds:uri="75eb38cb-94e4-4c95-a27c-34d86aa45087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c891214c-57c7-4994-a9ab-f2371e5333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F68CAAC-B204-4FC1-A679-39A4B30FE5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B54A2C-7E1B-4E10-81BB-B96F05AC272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PresentationFormat>Widescreen</PresentationFormat>
  <Paragraphs>92</Paragraphs>
  <Slides>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Raleway</vt:lpstr>
      <vt:lpstr>Office Theme</vt:lpstr>
      <vt:lpstr>PowerPoint Presentation</vt:lpstr>
      <vt:lpstr>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Pascal Kägi</dc:creator>
  <cp:lastModifiedBy>Pascal Kägi</cp:lastModifiedBy>
  <cp:revision>11</cp:revision>
  <cp:lastPrinted>2026-04-25T09:48:41Z</cp:lastPrinted>
  <dcterms:created xsi:type="dcterms:W3CDTF">2026-04-09T15:34:11Z</dcterms:created>
  <dcterms:modified xsi:type="dcterms:W3CDTF">2026-05-06T08:24:26Z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0x0101008928F92582C0E84A8EEF2C450DD32ECA</vt:lpwstr>
  </property>
  <property fmtid="{D5CDD505-2E9C-101B-9397-08002B2CF9AE}" pid="3" name="MediaServiceImageTags">
    <vt:lpwstr/>
  </property>
</Properties>
</file>